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5"/>
    <p:sldMasterId id="2147483702" r:id="rId6"/>
  </p:sldMasterIdLst>
  <p:notesMasterIdLst>
    <p:notesMasterId r:id="rId12"/>
  </p:notesMasterIdLst>
  <p:handoutMasterIdLst>
    <p:handoutMasterId r:id="rId13"/>
  </p:handoutMasterIdLst>
  <p:sldIdLst>
    <p:sldId id="835" r:id="rId7"/>
    <p:sldId id="838" r:id="rId8"/>
    <p:sldId id="840" r:id="rId9"/>
    <p:sldId id="841" r:id="rId10"/>
    <p:sldId id="83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B1ECA4-7CB5-09A8-0590-3EA2E2600710}" name="Bratthauar, Christopher M" initials="BCM" userId="S::chris.bratthauar@manitowoc.com::b5e6fdad-0d8f-49c5-9bf6-75be486b783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9"/>
    <a:srgbClr val="CFCFCF"/>
    <a:srgbClr val="FFD520"/>
    <a:srgbClr val="FFFFFF"/>
    <a:srgbClr val="41525C"/>
    <a:srgbClr val="F2F9FF"/>
    <a:srgbClr val="41535D"/>
    <a:srgbClr val="D9D9D9"/>
    <a:srgbClr val="ED1C2A"/>
    <a:srgbClr val="E8E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5D4A14-B6DF-4E88-B8EA-8223D0CEC985}" v="5" dt="2026-01-29T15:33:58.9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3" autoAdjust="0"/>
  </p:normalViewPr>
  <p:slideViewPr>
    <p:cSldViewPr snapToGrid="0">
      <p:cViewPr varScale="1">
        <p:scale>
          <a:sx n="86" d="100"/>
          <a:sy n="86" d="100"/>
        </p:scale>
        <p:origin x="1008" y="3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584"/>
    </p:cViewPr>
  </p:sorter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mpier, Thierry" userId="da6bee41-0230-426c-bbf3-a5302e8c23b7" providerId="ADAL" clId="{ED31776D-C089-42D5-B02A-5D9833ECC408}"/>
    <pc:docChg chg="undo redo custSel addSld modSld">
      <pc:chgData name="Champier, Thierry" userId="da6bee41-0230-426c-bbf3-a5302e8c23b7" providerId="ADAL" clId="{ED31776D-C089-42D5-B02A-5D9833ECC408}" dt="2026-01-29T15:34:01.568" v="1321" actId="20577"/>
      <pc:docMkLst>
        <pc:docMk/>
      </pc:docMkLst>
      <pc:sldChg chg="modSp mod">
        <pc:chgData name="Champier, Thierry" userId="da6bee41-0230-426c-bbf3-a5302e8c23b7" providerId="ADAL" clId="{ED31776D-C089-42D5-B02A-5D9833ECC408}" dt="2026-01-29T12:42:04.610" v="272" actId="790"/>
        <pc:sldMkLst>
          <pc:docMk/>
          <pc:sldMk cId="1795964412" sldId="835"/>
        </pc:sldMkLst>
        <pc:spChg chg="mod">
          <ac:chgData name="Champier, Thierry" userId="da6bee41-0230-426c-bbf3-a5302e8c23b7" providerId="ADAL" clId="{ED31776D-C089-42D5-B02A-5D9833ECC408}" dt="2026-01-29T12:42:04.610" v="272" actId="790"/>
          <ac:spMkLst>
            <pc:docMk/>
            <pc:sldMk cId="1795964412" sldId="835"/>
            <ac:spMk id="6" creationId="{16E27AFE-C9E6-680A-9222-F6D083044387}"/>
          </ac:spMkLst>
        </pc:spChg>
        <pc:spChg chg="mod">
          <ac:chgData name="Champier, Thierry" userId="da6bee41-0230-426c-bbf3-a5302e8c23b7" providerId="ADAL" clId="{ED31776D-C089-42D5-B02A-5D9833ECC408}" dt="2026-01-29T12:42:04.610" v="272" actId="790"/>
          <ac:spMkLst>
            <pc:docMk/>
            <pc:sldMk cId="1795964412" sldId="835"/>
            <ac:spMk id="7" creationId="{A26DB019-6A49-4EC2-1884-7B592A884D0A}"/>
          </ac:spMkLst>
        </pc:spChg>
      </pc:sldChg>
      <pc:sldChg chg="addSp modSp mod">
        <pc:chgData name="Champier, Thierry" userId="da6bee41-0230-426c-bbf3-a5302e8c23b7" providerId="ADAL" clId="{ED31776D-C089-42D5-B02A-5D9833ECC408}" dt="2026-01-29T14:33:22.224" v="515" actId="1036"/>
        <pc:sldMkLst>
          <pc:docMk/>
          <pc:sldMk cId="2276549751" sldId="838"/>
        </pc:sldMkLst>
        <pc:spChg chg="mod">
          <ac:chgData name="Champier, Thierry" userId="da6bee41-0230-426c-bbf3-a5302e8c23b7" providerId="ADAL" clId="{ED31776D-C089-42D5-B02A-5D9833ECC408}" dt="2026-01-29T12:42:04.610" v="272" actId="790"/>
          <ac:spMkLst>
            <pc:docMk/>
            <pc:sldMk cId="2276549751" sldId="838"/>
            <ac:spMk id="3" creationId="{5C8ACB4F-965B-FA7A-4442-0C56407C5D3C}"/>
          </ac:spMkLst>
        </pc:spChg>
        <pc:spChg chg="mod">
          <ac:chgData name="Champier, Thierry" userId="da6bee41-0230-426c-bbf3-a5302e8c23b7" providerId="ADAL" clId="{ED31776D-C089-42D5-B02A-5D9833ECC408}" dt="2026-01-29T14:11:48.293" v="502" actId="20577"/>
          <ac:spMkLst>
            <pc:docMk/>
            <pc:sldMk cId="2276549751" sldId="838"/>
            <ac:spMk id="4" creationId="{FEC34250-4598-5A0D-6245-D000AE12485C}"/>
          </ac:spMkLst>
        </pc:spChg>
        <pc:picChg chg="add mod">
          <ac:chgData name="Champier, Thierry" userId="da6bee41-0230-426c-bbf3-a5302e8c23b7" providerId="ADAL" clId="{ED31776D-C089-42D5-B02A-5D9833ECC408}" dt="2026-01-29T14:33:22.224" v="515" actId="1036"/>
          <ac:picMkLst>
            <pc:docMk/>
            <pc:sldMk cId="2276549751" sldId="838"/>
            <ac:picMk id="5" creationId="{8B46D0FF-B701-D424-E3B8-605EFA7F1D84}"/>
          </ac:picMkLst>
        </pc:picChg>
      </pc:sldChg>
      <pc:sldChg chg="addSp delSp modSp add mod">
        <pc:chgData name="Champier, Thierry" userId="da6bee41-0230-426c-bbf3-a5302e8c23b7" providerId="ADAL" clId="{ED31776D-C089-42D5-B02A-5D9833ECC408}" dt="2026-01-29T15:33:48.767" v="1318" actId="20577"/>
        <pc:sldMkLst>
          <pc:docMk/>
          <pc:sldMk cId="3760712656" sldId="840"/>
        </pc:sldMkLst>
        <pc:spChg chg="mod">
          <ac:chgData name="Champier, Thierry" userId="da6bee41-0230-426c-bbf3-a5302e8c23b7" providerId="ADAL" clId="{ED31776D-C089-42D5-B02A-5D9833ECC408}" dt="2026-01-29T15:33:48.767" v="1318" actId="20577"/>
          <ac:spMkLst>
            <pc:docMk/>
            <pc:sldMk cId="3760712656" sldId="840"/>
            <ac:spMk id="3" creationId="{798A0C27-592C-17D5-AE19-15B332D6B046}"/>
          </ac:spMkLst>
        </pc:spChg>
        <pc:spChg chg="mod">
          <ac:chgData name="Champier, Thierry" userId="da6bee41-0230-426c-bbf3-a5302e8c23b7" providerId="ADAL" clId="{ED31776D-C089-42D5-B02A-5D9833ECC408}" dt="2026-01-29T14:58:20.942" v="1149" actId="12"/>
          <ac:spMkLst>
            <pc:docMk/>
            <pc:sldMk cId="3760712656" sldId="840"/>
            <ac:spMk id="4" creationId="{C06226D6-0C64-D80C-A259-9656C4FA199A}"/>
          </ac:spMkLst>
        </pc:spChg>
        <pc:picChg chg="del">
          <ac:chgData name="Champier, Thierry" userId="da6bee41-0230-426c-bbf3-a5302e8c23b7" providerId="ADAL" clId="{ED31776D-C089-42D5-B02A-5D9833ECC408}" dt="2026-01-29T14:41:30.032" v="523" actId="478"/>
          <ac:picMkLst>
            <pc:docMk/>
            <pc:sldMk cId="3760712656" sldId="840"/>
            <ac:picMk id="5" creationId="{D5D6C414-3A30-B63B-A040-1ED193E57BB1}"/>
          </ac:picMkLst>
        </pc:picChg>
        <pc:picChg chg="add mod">
          <ac:chgData name="Champier, Thierry" userId="da6bee41-0230-426c-bbf3-a5302e8c23b7" providerId="ADAL" clId="{ED31776D-C089-42D5-B02A-5D9833ECC408}" dt="2026-01-29T14:45:32.807" v="715" actId="1076"/>
          <ac:picMkLst>
            <pc:docMk/>
            <pc:sldMk cId="3760712656" sldId="840"/>
            <ac:picMk id="6" creationId="{E1CD8509-8F2B-EF74-5732-1D01DA418156}"/>
          </ac:picMkLst>
        </pc:picChg>
        <pc:picChg chg="add del mod">
          <ac:chgData name="Champier, Thierry" userId="da6bee41-0230-426c-bbf3-a5302e8c23b7" providerId="ADAL" clId="{ED31776D-C089-42D5-B02A-5D9833ECC408}" dt="2026-01-29T14:53:37.397" v="1094" actId="478"/>
          <ac:picMkLst>
            <pc:docMk/>
            <pc:sldMk cId="3760712656" sldId="840"/>
            <ac:picMk id="8" creationId="{1CA7865B-7DE8-D946-15B2-0B3B63A3902C}"/>
          </ac:picMkLst>
        </pc:picChg>
        <pc:picChg chg="add mod">
          <ac:chgData name="Champier, Thierry" userId="da6bee41-0230-426c-bbf3-a5302e8c23b7" providerId="ADAL" clId="{ED31776D-C089-42D5-B02A-5D9833ECC408}" dt="2026-01-29T14:53:57.674" v="1103" actId="14100"/>
          <ac:picMkLst>
            <pc:docMk/>
            <pc:sldMk cId="3760712656" sldId="840"/>
            <ac:picMk id="10" creationId="{3D00AA76-0229-81FD-F6F9-D0C8EDE3A40D}"/>
          </ac:picMkLst>
        </pc:picChg>
      </pc:sldChg>
      <pc:sldChg chg="addSp delSp modSp add mod">
        <pc:chgData name="Champier, Thierry" userId="da6bee41-0230-426c-bbf3-a5302e8c23b7" providerId="ADAL" clId="{ED31776D-C089-42D5-B02A-5D9833ECC408}" dt="2026-01-29T15:34:01.568" v="1321" actId="20577"/>
        <pc:sldMkLst>
          <pc:docMk/>
          <pc:sldMk cId="877982638" sldId="841"/>
        </pc:sldMkLst>
        <pc:spChg chg="mod">
          <ac:chgData name="Champier, Thierry" userId="da6bee41-0230-426c-bbf3-a5302e8c23b7" providerId="ADAL" clId="{ED31776D-C089-42D5-B02A-5D9833ECC408}" dt="2026-01-29T15:34:01.568" v="1321" actId="20577"/>
          <ac:spMkLst>
            <pc:docMk/>
            <pc:sldMk cId="877982638" sldId="841"/>
            <ac:spMk id="3" creationId="{F97AA0A8-47E4-B94E-AD16-4406ADBA373E}"/>
          </ac:spMkLst>
        </pc:spChg>
        <pc:spChg chg="mod">
          <ac:chgData name="Champier, Thierry" userId="da6bee41-0230-426c-bbf3-a5302e8c23b7" providerId="ADAL" clId="{ED31776D-C089-42D5-B02A-5D9833ECC408}" dt="2026-01-29T15:27:44.814" v="1299" actId="20577"/>
          <ac:spMkLst>
            <pc:docMk/>
            <pc:sldMk cId="877982638" sldId="841"/>
            <ac:spMk id="4" creationId="{05A05DA1-9A0C-6036-CB72-0E717CCE8BF0}"/>
          </ac:spMkLst>
        </pc:spChg>
        <pc:picChg chg="add del mod">
          <ac:chgData name="Champier, Thierry" userId="da6bee41-0230-426c-bbf3-a5302e8c23b7" providerId="ADAL" clId="{ED31776D-C089-42D5-B02A-5D9833ECC408}" dt="2026-01-29T15:21:46.622" v="1154" actId="478"/>
          <ac:picMkLst>
            <pc:docMk/>
            <pc:sldMk cId="877982638" sldId="841"/>
            <ac:picMk id="5" creationId="{04820DA8-6413-B7C3-D071-D7D0E2B6444D}"/>
          </ac:picMkLst>
        </pc:picChg>
        <pc:picChg chg="del">
          <ac:chgData name="Champier, Thierry" userId="da6bee41-0230-426c-bbf3-a5302e8c23b7" providerId="ADAL" clId="{ED31776D-C089-42D5-B02A-5D9833ECC408}" dt="2026-01-29T14:54:38.473" v="1108" actId="478"/>
          <ac:picMkLst>
            <pc:docMk/>
            <pc:sldMk cId="877982638" sldId="841"/>
            <ac:picMk id="6" creationId="{608563A5-AD2A-315C-C21F-6E18E5900943}"/>
          </ac:picMkLst>
        </pc:picChg>
        <pc:picChg chg="add mod">
          <ac:chgData name="Champier, Thierry" userId="da6bee41-0230-426c-bbf3-a5302e8c23b7" providerId="ADAL" clId="{ED31776D-C089-42D5-B02A-5D9833ECC408}" dt="2026-01-29T15:26:01.030" v="1294" actId="1076"/>
          <ac:picMkLst>
            <pc:docMk/>
            <pc:sldMk cId="877982638" sldId="841"/>
            <ac:picMk id="8" creationId="{0EAD7B73-824C-E1F9-2A53-4D65BDB6B20D}"/>
          </ac:picMkLst>
        </pc:picChg>
        <pc:picChg chg="add mod">
          <ac:chgData name="Champier, Thierry" userId="da6bee41-0230-426c-bbf3-a5302e8c23b7" providerId="ADAL" clId="{ED31776D-C089-42D5-B02A-5D9833ECC408}" dt="2026-01-29T15:33:20.158" v="1303" actId="1076"/>
          <ac:picMkLst>
            <pc:docMk/>
            <pc:sldMk cId="877982638" sldId="841"/>
            <ac:picMk id="10" creationId="{C43C4AA8-2042-6352-5D44-24929CD776B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756B399-C618-68D5-B0BA-BC67CFD119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0A2BF-41B5-F824-27BD-E8E278762B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EC39E-C55F-4891-B2FD-CB0FB32DA5A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50500-D360-461E-10FB-132FD60357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5FD6D-DA0D-DED2-3834-7B94BA6BEA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28F74-6533-424F-9F17-6038B58CC5D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95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1F124-E4B1-416A-9BCF-B785D343CA58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916D5-C637-44AE-B830-0C6ACECF24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3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C86B97-B7ED-D4DE-8BF6-BE099CBE507B}"/>
              </a:ext>
            </a:extLst>
          </p:cNvPr>
          <p:cNvSpPr/>
          <p:nvPr userDrawn="1"/>
        </p:nvSpPr>
        <p:spPr>
          <a:xfrm>
            <a:off x="3289759" y="2067"/>
            <a:ext cx="921784" cy="2286000"/>
          </a:xfrm>
          <a:prstGeom prst="rect">
            <a:avLst/>
          </a:prstGeom>
          <a:solidFill>
            <a:srgbClr val="FFD5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B3644B-A295-C406-4299-B4DBBFE34228}"/>
              </a:ext>
            </a:extLst>
          </p:cNvPr>
          <p:cNvSpPr/>
          <p:nvPr userDrawn="1"/>
        </p:nvSpPr>
        <p:spPr>
          <a:xfrm>
            <a:off x="5736014" y="4599633"/>
            <a:ext cx="365760" cy="2249424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C4279C-5624-ECEA-D98B-3F8FD101A8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84515" y="2417790"/>
            <a:ext cx="2857057" cy="488261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91B10920-0D7D-4935-C7A6-2024DBAC24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660" y="3614353"/>
            <a:ext cx="5049966" cy="682440"/>
          </a:xfrm>
          <a:prstGeom prst="rect">
            <a:avLst/>
          </a:prstGeom>
        </p:spPr>
        <p:txBody>
          <a:bodyPr/>
          <a:lstStyle>
            <a:lvl1pPr algn="ctr">
              <a:defRPr lang="en-US" sz="4800" b="1" kern="1200" dirty="0" smtClean="0">
                <a:solidFill>
                  <a:srgbClr val="4152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1D08574-8753-33D3-04CE-29A26CFC78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5" y="4475163"/>
            <a:ext cx="5049838" cy="576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</a:lstStyle>
          <a:p>
            <a:pPr lvl="0"/>
            <a:r>
              <a:rPr lang="en-US" dirty="0"/>
              <a:t>Enter subtitle or date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51B98D8-4966-57B6-0FDF-F920493875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04" y="2067"/>
            <a:ext cx="3127375" cy="228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BC3ED76-FFFC-A311-60DE-9B32C494AD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68223" y="2067"/>
            <a:ext cx="1733551" cy="228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D06D64F-6225-0137-197D-C2CD3F9643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4" y="2415150"/>
            <a:ext cx="3127375" cy="205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B292D07-0075-7BF7-27F5-8643F91223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759" y="2415150"/>
            <a:ext cx="2812015" cy="205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FBAD7405-CDDE-1110-4EFC-B0F18435F8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04" y="4599633"/>
            <a:ext cx="3127375" cy="2249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07C6A65-0C2C-A965-4547-5323932DF9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89759" y="4599633"/>
            <a:ext cx="2324657" cy="2249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6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8A841924-DD20-3619-987D-D1082A5ECA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12"/>
            <a:ext cx="3219439" cy="6858000"/>
          </a:xfrm>
          <a:prstGeom prst="rect">
            <a:avLst/>
          </a:prstGeom>
        </p:spPr>
      </p:pic>
      <p:sp>
        <p:nvSpPr>
          <p:cNvPr id="3" name="Title 19">
            <a:extLst>
              <a:ext uri="{FF2B5EF4-FFF2-40B4-BE49-F238E27FC236}">
                <a16:creationId xmlns:a16="http://schemas.microsoft.com/office/drawing/2014/main" id="{C400814F-FB86-6208-2D0A-737DB065D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8423" y="2833118"/>
            <a:ext cx="5049966" cy="682440"/>
          </a:xfrm>
          <a:prstGeom prst="rect">
            <a:avLst/>
          </a:prstGeom>
        </p:spPr>
        <p:txBody>
          <a:bodyPr/>
          <a:lstStyle>
            <a:lvl1pPr algn="ctr">
              <a:defRPr lang="en-US" sz="5400" b="1" kern="1200" dirty="0" smtClean="0">
                <a:solidFill>
                  <a:srgbClr val="4152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F53E504E-C08A-6450-C8CC-D6C68428E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7888" y="3693928"/>
            <a:ext cx="5049838" cy="576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</a:lstStyle>
          <a:p>
            <a:pPr lvl="0"/>
            <a:r>
              <a:rPr lang="en-US" dirty="0"/>
              <a:t>Enter subtitle or date</a:t>
            </a:r>
          </a:p>
        </p:txBody>
      </p:sp>
    </p:spTree>
    <p:extLst>
      <p:ext uri="{BB962C8B-B14F-4D97-AF65-F5344CB8AC3E}">
        <p14:creationId xmlns:p14="http://schemas.microsoft.com/office/powerpoint/2010/main" val="1579269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8A841924-DD20-3619-987D-D1082A5ECA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12"/>
            <a:ext cx="321943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60209D-BF5F-A7AC-B6A2-3F67A2EE03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1238" y="3182068"/>
            <a:ext cx="4676075" cy="79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868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Text, Picture -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9E70A6-2760-0C8E-A702-FAA7BD04FCC2}"/>
              </a:ext>
            </a:extLst>
          </p:cNvPr>
          <p:cNvSpPr/>
          <p:nvPr userDrawn="1"/>
        </p:nvSpPr>
        <p:spPr>
          <a:xfrm>
            <a:off x="276177" y="5609008"/>
            <a:ext cx="6496334" cy="457200"/>
          </a:xfrm>
          <a:prstGeom prst="roundRect">
            <a:avLst/>
          </a:prstGeom>
          <a:solidFill>
            <a:srgbClr val="ED1C29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0896" rtlCol="0" anchor="ctr"/>
          <a:lstStyle/>
          <a:p>
            <a:pPr algn="ctr"/>
            <a:endParaRPr lang="en-US" sz="1800" b="1" kern="0" cap="all" dirty="0">
              <a:solidFill>
                <a:prstClr val="white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0341FC4-E4A3-011C-97DE-BADB44FE4C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6176" y="1065320"/>
            <a:ext cx="6235749" cy="43861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1AA84D2-065B-5C75-2A9B-353EB6B560B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0319" y="275208"/>
            <a:ext cx="4803775" cy="5791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C60EDCF-44A1-17F8-525E-AA2B03B34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998" y="5695526"/>
            <a:ext cx="6330010" cy="2841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buNone/>
              <a:defRPr lang="en-US" sz="1800" b="1" kern="0" cap="all" dirty="0" smtClean="0">
                <a:solidFill>
                  <a:prstClr val="white"/>
                </a:solidFill>
                <a:latin typeface="+mj-lt"/>
                <a:ea typeface="Verdana" panose="020B0604030504040204" pitchFamily="34" charset="0"/>
                <a:cs typeface="+mn-cs"/>
              </a:defRPr>
            </a:lvl1pPr>
            <a:lvl2pPr marL="0" indent="0" algn="ctr" defTabSz="914400" rtl="0" eaLnBrk="1" latinLnBrk="0" hangingPunct="1">
              <a:buNone/>
              <a:defRPr lang="en-US" sz="1800" b="1" kern="0" cap="all" dirty="0" smtClean="0">
                <a:solidFill>
                  <a:prstClr val="white"/>
                </a:solidFill>
                <a:latin typeface="+mj-lt"/>
                <a:ea typeface="Verdana" panose="020B0604030504040204" pitchFamily="34" charset="0"/>
                <a:cs typeface="+mn-cs"/>
              </a:defRPr>
            </a:lvl2pPr>
            <a:lvl3pPr marL="0" indent="0" algn="ctr" defTabSz="914400" rtl="0" eaLnBrk="1" latinLnBrk="0" hangingPunct="1">
              <a:buNone/>
              <a:defRPr lang="en-US" sz="1800" b="1" kern="0" cap="all" dirty="0" smtClean="0">
                <a:solidFill>
                  <a:prstClr val="white"/>
                </a:solidFill>
                <a:latin typeface="+mj-lt"/>
                <a:ea typeface="Verdana" panose="020B0604030504040204" pitchFamily="34" charset="0"/>
                <a:cs typeface="+mn-cs"/>
              </a:defRPr>
            </a:lvl3pPr>
            <a:lvl4pPr marL="0" indent="0" algn="ctr" defTabSz="914400" rtl="0" eaLnBrk="1" latinLnBrk="0" hangingPunct="1">
              <a:buNone/>
              <a:defRPr lang="en-US" sz="1800" b="1" kern="0" cap="all" dirty="0" smtClean="0">
                <a:solidFill>
                  <a:prstClr val="white"/>
                </a:solidFill>
                <a:latin typeface="+mj-lt"/>
                <a:ea typeface="Verdana" panose="020B0604030504040204" pitchFamily="34" charset="0"/>
                <a:cs typeface="+mn-cs"/>
              </a:defRPr>
            </a:lvl4pPr>
            <a:lvl5pPr marL="0" indent="0" algn="ctr" defTabSz="914400" rtl="0" eaLnBrk="1" latinLnBrk="0" hangingPunct="1">
              <a:buNone/>
              <a:defRPr lang="en-US" sz="1800" b="1" kern="0" cap="all" dirty="0">
                <a:solidFill>
                  <a:prstClr val="white"/>
                </a:solidFill>
                <a:latin typeface="+mj-lt"/>
                <a:ea typeface="Verdana" panose="020B0604030504040204" pitchFamily="34" charset="0"/>
                <a:cs typeface="+mn-cs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B989CCE-7752-68A4-1235-4D4AC536E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76" y="275208"/>
            <a:ext cx="6399832" cy="603103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rgbClr val="41525C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015198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1AA84D2-065B-5C75-2A9B-353EB6B560B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0319" y="275208"/>
            <a:ext cx="4803775" cy="5791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AB230207-9951-3F7D-DB68-7207E422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6176" y="1065320"/>
            <a:ext cx="6235749" cy="5000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0022CE-C9B4-8888-8240-0E1781F54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76" y="275208"/>
            <a:ext cx="6399832" cy="603103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rgbClr val="41525C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90784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F0F1D6FD-D7EA-EBAD-88F5-FAA2325EF0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6176" y="1065320"/>
            <a:ext cx="11637657" cy="5157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179161-BEE9-9DFA-CDC2-11ADA67FC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76" y="275208"/>
            <a:ext cx="6399832" cy="603103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rgbClr val="41525C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41685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-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D90FDE-6307-0A8D-5B5B-7642B0E6ED91}"/>
              </a:ext>
            </a:extLst>
          </p:cNvPr>
          <p:cNvSpPr/>
          <p:nvPr userDrawn="1"/>
        </p:nvSpPr>
        <p:spPr>
          <a:xfrm>
            <a:off x="276131" y="5792514"/>
            <a:ext cx="11637962" cy="457200"/>
          </a:xfrm>
          <a:prstGeom prst="roundRect">
            <a:avLst/>
          </a:prstGeom>
          <a:solidFill>
            <a:srgbClr val="ED1C29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0896" rtlCol="0" anchor="ctr"/>
          <a:lstStyle/>
          <a:p>
            <a:pPr algn="ctr"/>
            <a:endParaRPr lang="en-US" sz="1800" b="1" kern="0" cap="all" dirty="0">
              <a:solidFill>
                <a:prstClr val="white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82885EF8-50DF-591D-58A2-EFADB7CEE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952" y="5879032"/>
            <a:ext cx="11339998" cy="2841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buNone/>
              <a:defRPr lang="en-US" sz="1800" b="1" kern="0" cap="all" dirty="0" smtClean="0">
                <a:solidFill>
                  <a:prstClr val="white"/>
                </a:solidFill>
                <a:latin typeface="+mj-lt"/>
                <a:ea typeface="Verdana" panose="020B0604030504040204" pitchFamily="34" charset="0"/>
                <a:cs typeface="+mn-cs"/>
              </a:defRPr>
            </a:lvl1pPr>
            <a:lvl2pPr marL="0" indent="0" algn="ctr" defTabSz="914400" rtl="0" eaLnBrk="1" latinLnBrk="0" hangingPunct="1">
              <a:buNone/>
              <a:defRPr lang="en-US" sz="1800" b="1" kern="0" cap="all" dirty="0" smtClean="0">
                <a:solidFill>
                  <a:prstClr val="white"/>
                </a:solidFill>
                <a:latin typeface="+mj-lt"/>
                <a:ea typeface="Verdana" panose="020B0604030504040204" pitchFamily="34" charset="0"/>
                <a:cs typeface="+mn-cs"/>
              </a:defRPr>
            </a:lvl2pPr>
            <a:lvl3pPr marL="0" indent="0" algn="ctr" defTabSz="914400" rtl="0" eaLnBrk="1" latinLnBrk="0" hangingPunct="1">
              <a:buNone/>
              <a:defRPr lang="en-US" sz="1800" b="1" kern="0" cap="all" dirty="0" smtClean="0">
                <a:solidFill>
                  <a:prstClr val="white"/>
                </a:solidFill>
                <a:latin typeface="+mj-lt"/>
                <a:ea typeface="Verdana" panose="020B0604030504040204" pitchFamily="34" charset="0"/>
                <a:cs typeface="+mn-cs"/>
              </a:defRPr>
            </a:lvl3pPr>
            <a:lvl4pPr marL="0" indent="0" algn="ctr" defTabSz="914400" rtl="0" eaLnBrk="1" latinLnBrk="0" hangingPunct="1">
              <a:buNone/>
              <a:defRPr lang="en-US" sz="1800" b="1" kern="0" cap="all" dirty="0" smtClean="0">
                <a:solidFill>
                  <a:prstClr val="white"/>
                </a:solidFill>
                <a:latin typeface="+mj-lt"/>
                <a:ea typeface="Verdana" panose="020B0604030504040204" pitchFamily="34" charset="0"/>
                <a:cs typeface="+mn-cs"/>
              </a:defRPr>
            </a:lvl4pPr>
            <a:lvl5pPr marL="0" indent="0" algn="ctr" defTabSz="914400" rtl="0" eaLnBrk="1" latinLnBrk="0" hangingPunct="1">
              <a:buNone/>
              <a:defRPr lang="en-US" sz="1800" b="1" kern="0" cap="all" dirty="0">
                <a:solidFill>
                  <a:prstClr val="white"/>
                </a:solidFill>
                <a:latin typeface="+mj-lt"/>
                <a:ea typeface="Verdana" panose="020B0604030504040204" pitchFamily="34" charset="0"/>
                <a:cs typeface="+mn-cs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FD84CA3D-716D-7EEA-AEF5-B243F757B6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6176" y="1065321"/>
            <a:ext cx="11637657" cy="45364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2B7CA5E-D98F-C96C-E134-8B9280EC47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76" y="275208"/>
            <a:ext cx="6399832" cy="603103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rgbClr val="41525C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79490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258A8FC-4026-08EA-38C0-74CF5E9A85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53486" y="415768"/>
            <a:ext cx="3462337" cy="28441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0">
                <a:solidFill>
                  <a:srgbClr val="41525C"/>
                </a:solidFill>
              </a:defRPr>
            </a:lvl1pPr>
            <a:lvl2pPr marL="457200" indent="0" algn="r">
              <a:buNone/>
              <a:defRPr sz="1400" b="1"/>
            </a:lvl2pPr>
            <a:lvl3pPr marL="914400" indent="0" algn="r">
              <a:buNone/>
              <a:defRPr sz="1200" b="1"/>
            </a:lvl3pPr>
            <a:lvl4pPr marL="1371600" indent="0" algn="r">
              <a:buNone/>
              <a:defRPr sz="1100" b="1"/>
            </a:lvl4pPr>
            <a:lvl5pPr marL="1828800" indent="0" algn="r">
              <a:buNone/>
              <a:defRPr sz="11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F4EEB00-2C64-5A03-02AC-090FD3BC2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76" y="275208"/>
            <a:ext cx="6399832" cy="603103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rgbClr val="41525C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8A8381D7-8E21-D6CB-0ED3-B04030C1B4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6176" y="1529614"/>
            <a:ext cx="5245100" cy="2011680"/>
          </a:xfrm>
          <a:prstGeom prst="rect">
            <a:avLst/>
          </a:prstGeom>
        </p:spPr>
        <p:txBody>
          <a:bodyPr/>
          <a:lstStyle>
            <a:lvl1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1pPr>
            <a:lvl2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2pPr>
            <a:lvl3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3pPr>
            <a:lvl4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4pPr>
            <a:lvl5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5pPr>
            <a:lvl6pPr marL="457200" indent="-171450">
              <a:buClr>
                <a:srgbClr val="41535D"/>
              </a:buClr>
              <a:buSzPct val="90000"/>
              <a:buFont typeface="Roboto" panose="02000000000000000000" pitchFamily="2" charset="0"/>
              <a:buChar char="—"/>
              <a:defRPr sz="1400">
                <a:solidFill>
                  <a:srgbClr val="41535D"/>
                </a:solidFill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5"/>
            <a:r>
              <a:rPr lang="en-US" dirty="0"/>
              <a:t>Second level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A66A1558-5F82-75E0-B447-CB82D4799B2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00808" y="1516573"/>
            <a:ext cx="6115013" cy="2011680"/>
          </a:xfrm>
          <a:prstGeom prst="rect">
            <a:avLst/>
          </a:prstGeom>
        </p:spPr>
        <p:txBody>
          <a:bodyPr/>
          <a:lstStyle>
            <a:lvl1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1pPr>
            <a:lvl2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2pPr>
            <a:lvl3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3pPr>
            <a:lvl4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4pPr>
            <a:lvl5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5pPr>
            <a:lvl6pPr marL="457200" indent="-171450">
              <a:buClr>
                <a:srgbClr val="41535D"/>
              </a:buClr>
              <a:buSzPct val="90000"/>
              <a:buFont typeface="Roboto" panose="02000000000000000000" pitchFamily="2" charset="0"/>
              <a:buChar char="—"/>
              <a:defRPr sz="1400">
                <a:solidFill>
                  <a:srgbClr val="41535D"/>
                </a:solidFill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5"/>
            <a:r>
              <a:rPr lang="en-US" dirty="0"/>
              <a:t>Second level</a:t>
            </a:r>
          </a:p>
        </p:txBody>
      </p:sp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210B28B0-F750-A17C-C3FA-D3E6F3FCD4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6176" y="4226122"/>
            <a:ext cx="5245100" cy="2011680"/>
          </a:xfrm>
          <a:prstGeom prst="rect">
            <a:avLst/>
          </a:prstGeom>
        </p:spPr>
        <p:txBody>
          <a:bodyPr/>
          <a:lstStyle>
            <a:lvl1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1pPr>
            <a:lvl2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2pPr>
            <a:lvl3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3pPr>
            <a:lvl4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4pPr>
            <a:lvl5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5pPr>
            <a:lvl6pPr marL="457200" indent="-171450">
              <a:buClr>
                <a:srgbClr val="41535D"/>
              </a:buClr>
              <a:buSzPct val="90000"/>
              <a:buFont typeface="Roboto" panose="02000000000000000000" pitchFamily="2" charset="0"/>
              <a:buChar char="—"/>
              <a:defRPr sz="1400">
                <a:solidFill>
                  <a:srgbClr val="41535D"/>
                </a:solidFill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5"/>
            <a:r>
              <a:rPr lang="en-US" dirty="0"/>
              <a:t>Second level</a:t>
            </a:r>
          </a:p>
        </p:txBody>
      </p:sp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AEF8291E-423A-8C29-0407-DC71D70D657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00808" y="4226122"/>
            <a:ext cx="6115013" cy="2011680"/>
          </a:xfrm>
          <a:prstGeom prst="rect">
            <a:avLst/>
          </a:prstGeom>
        </p:spPr>
        <p:txBody>
          <a:bodyPr/>
          <a:lstStyle>
            <a:lvl1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1pPr>
            <a:lvl2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2pPr>
            <a:lvl3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3pPr>
            <a:lvl4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 smtClean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4pPr>
            <a:lvl5pPr marL="285750" indent="-285750" algn="l" defTabSz="914400" rtl="0" eaLnBrk="1" latinLnBrk="0" hangingPunct="1">
              <a:spcAft>
                <a:spcPts val="600"/>
              </a:spcAft>
              <a:buFont typeface="Arial" panose="020B0604020202020204" pitchFamily="34" charset="0"/>
              <a:buChar char="•"/>
              <a:defRPr lang="en-US" sz="1400" kern="1200" dirty="0">
                <a:solidFill>
                  <a:srgbClr val="41525C"/>
                </a:solidFill>
                <a:latin typeface="+mn-lt"/>
                <a:ea typeface="굴림" charset="-127"/>
                <a:cs typeface="+mn-cs"/>
              </a:defRPr>
            </a:lvl5pPr>
            <a:lvl6pPr marL="457200" indent="-171450">
              <a:buClr>
                <a:srgbClr val="41535D"/>
              </a:buClr>
              <a:buSzPct val="90000"/>
              <a:buFont typeface="Roboto" panose="02000000000000000000" pitchFamily="2" charset="0"/>
              <a:buChar char="—"/>
              <a:defRPr sz="1400">
                <a:solidFill>
                  <a:srgbClr val="41535D"/>
                </a:solidFill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5"/>
            <a:r>
              <a:rPr lang="en-US" dirty="0"/>
              <a:t>Second level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B3207C07-78F9-7E8B-F50B-D95E08661E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6225" y="1143000"/>
            <a:ext cx="5245100" cy="3254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41525C"/>
                </a:solidFill>
              </a:defRPr>
            </a:lvl1pPr>
            <a:lvl2pPr marL="457200" indent="0" algn="l">
              <a:buNone/>
              <a:defRPr sz="1600" b="1">
                <a:solidFill>
                  <a:srgbClr val="41525C"/>
                </a:solidFill>
              </a:defRPr>
            </a:lvl2pPr>
            <a:lvl3pPr marL="914400" indent="0" algn="l">
              <a:buNone/>
              <a:defRPr sz="1600" b="1">
                <a:solidFill>
                  <a:srgbClr val="41525C"/>
                </a:solidFill>
              </a:defRPr>
            </a:lvl3pPr>
            <a:lvl4pPr marL="1371600" indent="0" algn="l">
              <a:buNone/>
              <a:defRPr sz="1600" b="1">
                <a:solidFill>
                  <a:srgbClr val="41525C"/>
                </a:solidFill>
              </a:defRPr>
            </a:lvl4pPr>
            <a:lvl5pPr marL="1828800" indent="0" algn="l">
              <a:buNone/>
              <a:defRPr sz="1600" b="1">
                <a:solidFill>
                  <a:srgbClr val="41525C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7B7CBA11-C0AD-B623-0888-02411B5DEA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00807" y="1143000"/>
            <a:ext cx="6114962" cy="3254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41525C"/>
                </a:solidFill>
              </a:defRPr>
            </a:lvl1pPr>
            <a:lvl2pPr marL="457200" indent="0" algn="l">
              <a:buNone/>
              <a:defRPr sz="1600" b="1">
                <a:solidFill>
                  <a:srgbClr val="41525C"/>
                </a:solidFill>
              </a:defRPr>
            </a:lvl2pPr>
            <a:lvl3pPr marL="914400" indent="0" algn="l">
              <a:buNone/>
              <a:defRPr sz="1600" b="1">
                <a:solidFill>
                  <a:srgbClr val="41525C"/>
                </a:solidFill>
              </a:defRPr>
            </a:lvl3pPr>
            <a:lvl4pPr marL="1371600" indent="0" algn="l">
              <a:buNone/>
              <a:defRPr sz="1600" b="1">
                <a:solidFill>
                  <a:srgbClr val="41525C"/>
                </a:solidFill>
              </a:defRPr>
            </a:lvl4pPr>
            <a:lvl5pPr marL="1828800" indent="0" algn="l">
              <a:buNone/>
              <a:defRPr sz="1600" b="1">
                <a:solidFill>
                  <a:srgbClr val="41525C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0024A958-3CEC-F6E1-30A1-FE14B74A34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6225" y="3854440"/>
            <a:ext cx="5245100" cy="3254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41525C"/>
                </a:solidFill>
              </a:defRPr>
            </a:lvl1pPr>
            <a:lvl2pPr marL="457200" indent="0" algn="l">
              <a:buNone/>
              <a:defRPr sz="1600" b="1">
                <a:solidFill>
                  <a:srgbClr val="41525C"/>
                </a:solidFill>
              </a:defRPr>
            </a:lvl2pPr>
            <a:lvl3pPr marL="914400" indent="0" algn="l">
              <a:buNone/>
              <a:defRPr sz="1600" b="1">
                <a:solidFill>
                  <a:srgbClr val="41525C"/>
                </a:solidFill>
              </a:defRPr>
            </a:lvl3pPr>
            <a:lvl4pPr marL="1371600" indent="0" algn="l">
              <a:buNone/>
              <a:defRPr sz="1600" b="1">
                <a:solidFill>
                  <a:srgbClr val="41525C"/>
                </a:solidFill>
              </a:defRPr>
            </a:lvl4pPr>
            <a:lvl5pPr marL="1828800" indent="0" algn="l">
              <a:buNone/>
              <a:defRPr sz="1600" b="1">
                <a:solidFill>
                  <a:srgbClr val="41525C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C78400-FDC9-E7A8-75A5-6FB5917A59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00807" y="3854440"/>
            <a:ext cx="6114964" cy="3254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41525C"/>
                </a:solidFill>
              </a:defRPr>
            </a:lvl1pPr>
            <a:lvl2pPr marL="457200" indent="0" algn="l">
              <a:buNone/>
              <a:defRPr sz="1600" b="1">
                <a:solidFill>
                  <a:srgbClr val="41525C"/>
                </a:solidFill>
              </a:defRPr>
            </a:lvl2pPr>
            <a:lvl3pPr marL="914400" indent="0" algn="l">
              <a:buNone/>
              <a:defRPr sz="1600" b="1">
                <a:solidFill>
                  <a:srgbClr val="41525C"/>
                </a:solidFill>
              </a:defRPr>
            </a:lvl3pPr>
            <a:lvl4pPr marL="1371600" indent="0" algn="l">
              <a:buNone/>
              <a:defRPr sz="1600" b="1">
                <a:solidFill>
                  <a:srgbClr val="41525C"/>
                </a:solidFill>
              </a:defRPr>
            </a:lvl4pPr>
            <a:lvl5pPr marL="1828800" indent="0" algn="l">
              <a:buNone/>
              <a:defRPr sz="1600" b="1">
                <a:solidFill>
                  <a:srgbClr val="41525C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2C01A3-35A4-AE60-69BD-3FDAB477468D}"/>
              </a:ext>
            </a:extLst>
          </p:cNvPr>
          <p:cNvGrpSpPr/>
          <p:nvPr userDrawn="1"/>
        </p:nvGrpSpPr>
        <p:grpSpPr>
          <a:xfrm>
            <a:off x="-1" y="1061661"/>
            <a:ext cx="12192001" cy="5325492"/>
            <a:chOff x="-1" y="1061661"/>
            <a:chExt cx="12192001" cy="53254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A4AE82F-04B5-E579-0457-A81FC6071304}"/>
                </a:ext>
              </a:extLst>
            </p:cNvPr>
            <p:cNvCxnSpPr/>
            <p:nvPr userDrawn="1"/>
          </p:nvCxnSpPr>
          <p:spPr>
            <a:xfrm>
              <a:off x="0" y="3691974"/>
              <a:ext cx="12192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87D881-A63B-47F0-C579-CF67AB6806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56880" y="1063379"/>
              <a:ext cx="0" cy="53237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030B797-C1A1-B031-4806-99EC11935274}"/>
                </a:ext>
              </a:extLst>
            </p:cNvPr>
            <p:cNvCxnSpPr/>
            <p:nvPr userDrawn="1"/>
          </p:nvCxnSpPr>
          <p:spPr>
            <a:xfrm>
              <a:off x="-1" y="1061661"/>
              <a:ext cx="12192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779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2BDEEC54-0C55-788C-5379-E7C4E2A67CB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76131" y="1152144"/>
            <a:ext cx="11637963" cy="50428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9C0E456-D370-96BA-9730-BC29A23E7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76" y="275208"/>
            <a:ext cx="6399832" cy="603103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rgbClr val="41525C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75060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0B0F78-43F4-3C7D-6414-DC07DB920B5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844" y="1154098"/>
            <a:ext cx="11640312" cy="50474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E0245648-BC8F-19A5-3806-37D177E1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76" y="275208"/>
            <a:ext cx="6399832" cy="603103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rgbClr val="41525C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20238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5710058-C5B7-308C-6591-287D7C5F20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76" y="275208"/>
            <a:ext cx="6399832" cy="603103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rgbClr val="41525C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234133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58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4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3E3924-9DCB-C4E7-B8AF-23C4F4E4ED8A}"/>
              </a:ext>
            </a:extLst>
          </p:cNvPr>
          <p:cNvSpPr/>
          <p:nvPr userDrawn="1"/>
        </p:nvSpPr>
        <p:spPr>
          <a:xfrm>
            <a:off x="0" y="255550"/>
            <a:ext cx="136478" cy="620032"/>
          </a:xfrm>
          <a:prstGeom prst="rect">
            <a:avLst/>
          </a:prstGeom>
          <a:solidFill>
            <a:srgbClr val="ED1C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C2BBB2-1AD0-23D9-1AC2-E79F00C1498D}"/>
              </a:ext>
            </a:extLst>
          </p:cNvPr>
          <p:cNvSpPr/>
          <p:nvPr userDrawn="1"/>
        </p:nvSpPr>
        <p:spPr>
          <a:xfrm>
            <a:off x="11196918" y="6387152"/>
            <a:ext cx="995082" cy="470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8">
            <a:extLst>
              <a:ext uri="{FF2B5EF4-FFF2-40B4-BE49-F238E27FC236}">
                <a16:creationId xmlns:a16="http://schemas.microsoft.com/office/drawing/2014/main" id="{C9CEC7EB-0E82-EE01-7FF6-3DACE8D6FE8F}"/>
              </a:ext>
            </a:extLst>
          </p:cNvPr>
          <p:cNvSpPr txBox="1">
            <a:spLocks/>
          </p:cNvSpPr>
          <p:nvPr userDrawn="1"/>
        </p:nvSpPr>
        <p:spPr>
          <a:xfrm>
            <a:off x="11196918" y="6492876"/>
            <a:ext cx="995082" cy="26080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A87306C-81BA-4795-A5CA-9392456A8C1E}" type="slidenum">
              <a:rPr lang="en-US" sz="1400" smtClean="0"/>
              <a:pPr algn="ctr"/>
              <a:t>‹N°›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B7562-D17F-718B-84E7-9814885C1802}"/>
              </a:ext>
            </a:extLst>
          </p:cNvPr>
          <p:cNvSpPr/>
          <p:nvPr userDrawn="1"/>
        </p:nvSpPr>
        <p:spPr>
          <a:xfrm>
            <a:off x="0" y="6387153"/>
            <a:ext cx="11098306" cy="4708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BF2384F-C29C-160F-47AB-0E7B164D275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788" y="6536564"/>
            <a:ext cx="995812" cy="172022"/>
          </a:xfrm>
          <a:prstGeom prst="rect">
            <a:avLst/>
          </a:prstGeom>
        </p:spPr>
      </p:pic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8AF3E746-EE6D-5D49-A4DA-5AF4DAC8EDAA}"/>
              </a:ext>
            </a:extLst>
          </p:cNvPr>
          <p:cNvSpPr txBox="1">
            <a:spLocks/>
          </p:cNvSpPr>
          <p:nvPr userDrawn="1"/>
        </p:nvSpPr>
        <p:spPr>
          <a:xfrm>
            <a:off x="-1" y="6502011"/>
            <a:ext cx="12192001" cy="281678"/>
          </a:xfrm>
          <a:prstGeom prst="rect">
            <a:avLst/>
          </a:prstGeom>
        </p:spPr>
        <p:txBody>
          <a:bodyPr vert="horz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i="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+mj-lt"/>
              </a:rPr>
              <a:t>COMPANY CONFIDENTIAL – HIGHLY SENSITIVE</a:t>
            </a:r>
          </a:p>
        </p:txBody>
      </p:sp>
    </p:spTree>
    <p:extLst>
      <p:ext uri="{BB962C8B-B14F-4D97-AF65-F5344CB8AC3E}">
        <p14:creationId xmlns:p14="http://schemas.microsoft.com/office/powerpoint/2010/main" val="310216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705" r:id="rId2"/>
    <p:sldLayoutId id="2147483706" r:id="rId3"/>
    <p:sldLayoutId id="2147483710" r:id="rId4"/>
    <p:sldLayoutId id="2147483713" r:id="rId5"/>
    <p:sldLayoutId id="2147483707" r:id="rId6"/>
    <p:sldLayoutId id="2147483708" r:id="rId7"/>
    <p:sldLayoutId id="214748371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6E27AFE-C9E6-680A-9222-F6D08304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CREO Tools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6DB019-6A49-4EC2-1884-7B592A884D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noProof="0" dirty="0"/>
              <a:t>CAD Document Rename</a:t>
            </a:r>
          </a:p>
        </p:txBody>
      </p:sp>
      <p:pic>
        <p:nvPicPr>
          <p:cNvPr id="75" name="Picture Placeholder 74" descr="A crane on a construction site&#10;&#10;Description automatically generated">
            <a:extLst>
              <a:ext uri="{FF2B5EF4-FFF2-40B4-BE49-F238E27FC236}">
                <a16:creationId xmlns:a16="http://schemas.microsoft.com/office/drawing/2014/main" id="{776EF643-3B61-D13C-D245-85AB1ECD747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77" name="Picture Placeholder 76" descr="A large red crane with a blue sky&#10;&#10;Description automatically generated">
            <a:extLst>
              <a:ext uri="{FF2B5EF4-FFF2-40B4-BE49-F238E27FC236}">
                <a16:creationId xmlns:a16="http://schemas.microsoft.com/office/drawing/2014/main" id="{3BB5F7E5-1251-DB6C-B1BC-E0E8BBA0D44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79" name="Picture Placeholder 78" descr="A large body of water with cranes on it&#10;&#10;Description automatically generated">
            <a:extLst>
              <a:ext uri="{FF2B5EF4-FFF2-40B4-BE49-F238E27FC236}">
                <a16:creationId xmlns:a16="http://schemas.microsoft.com/office/drawing/2014/main" id="{76F47283-9783-4321-0B8D-C2899FA2458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71" name="Picture Placeholder 70" descr="A crane over a city&#10;&#10;Description automatically generated">
            <a:extLst>
              <a:ext uri="{FF2B5EF4-FFF2-40B4-BE49-F238E27FC236}">
                <a16:creationId xmlns:a16="http://schemas.microsoft.com/office/drawing/2014/main" id="{D6FE49CA-6AD7-3DE2-7617-8D178F2C7D9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81" name="Picture Placeholder 80" descr="A crane over a river&#10;&#10;Description automatically generated">
            <a:extLst>
              <a:ext uri="{FF2B5EF4-FFF2-40B4-BE49-F238E27FC236}">
                <a16:creationId xmlns:a16="http://schemas.microsoft.com/office/drawing/2014/main" id="{15A46245-276A-151F-B3C1-632888DD535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83" name="Picture Placeholder 82" descr="A crane in a construction site&#10;&#10;Description automatically generated">
            <a:extLst>
              <a:ext uri="{FF2B5EF4-FFF2-40B4-BE49-F238E27FC236}">
                <a16:creationId xmlns:a16="http://schemas.microsoft.com/office/drawing/2014/main" id="{E44E6F6A-47A1-7779-F05A-8D1C4D02B81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95964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34250-4598-5A0D-6245-D000AE1248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L’application offre la possibilité de renommer un assemblage ainsi que l’ensemble de ses composants à tous les niveaux, en utilisant un même code de base suivi du suffixe « _</a:t>
            </a:r>
            <a:r>
              <a:rPr lang="fr-FR" dirty="0" err="1"/>
              <a:t>comp</a:t>
            </a:r>
            <a:r>
              <a:rPr lang="fr-FR" dirty="0"/>
              <a:t> » et d’un numéro.</a:t>
            </a:r>
          </a:p>
          <a:p>
            <a:pPr marL="0" indent="0">
              <a:buNone/>
            </a:pPr>
            <a:r>
              <a:rPr lang="fr-FR" dirty="0"/>
              <a:t>Cela facilite notamment le renommage en masse des assemblages générés à partir d’importations de modèles 3D dans des formats neutres comme STEP ou IGES.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8ACB4F-965B-FA7A-4442-0C56407C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75" y="275208"/>
            <a:ext cx="11637657" cy="603103"/>
          </a:xfrm>
        </p:spPr>
        <p:txBody>
          <a:bodyPr/>
          <a:lstStyle/>
          <a:p>
            <a:r>
              <a:rPr lang="fr-FR" noProof="0" dirty="0"/>
              <a:t>Information Générale</a:t>
            </a:r>
          </a:p>
        </p:txBody>
      </p:sp>
      <p:pic>
        <p:nvPicPr>
          <p:cNvPr id="5" name="Image 4" descr="Une image contenant texte, Appareils électroniques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8B46D0FF-B701-D424-E3B8-605EFA7F1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622" y="2344266"/>
            <a:ext cx="5504762" cy="3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49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F3AF-C50A-CF97-D970-A6B5A3CA5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226D6-0C64-D80C-A259-9656C4FA19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3464" indent="-283464" algn="l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fr-FR" sz="180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L’assemblage à renommer doit être ouvert et actif dans la session.</a:t>
            </a:r>
          </a:p>
          <a:p>
            <a:pPr marL="285750" indent="-28575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fr-FR" sz="180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Cliquez sur l’icône « Démarrer » pour lancer la lecture à tous les niveaux de l’assemblage.</a:t>
            </a:r>
          </a:p>
          <a:p>
            <a:pPr marL="283464" indent="-283464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283464" indent="-283464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fr-FR" sz="180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fr-FR" sz="180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Saisissez un nouveau numéro pour l’assemblage, ce qui mettra automatiquement à jour le numéro de chaque composant sous la forme « &lt;Numéro&gt;_</a:t>
            </a:r>
            <a:r>
              <a:rPr lang="fr-FR" sz="180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comp</a:t>
            </a:r>
            <a:r>
              <a:rPr lang="fr-FR" sz="180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».</a:t>
            </a:r>
          </a:p>
          <a:p>
            <a:pPr marL="283464" indent="-283464" algn="l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fr-FR" sz="180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​​</a:t>
            </a:r>
            <a:endParaRPr lang="fr-F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8A0C27-592C-17D5-AE19-15B332D6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75" y="275208"/>
            <a:ext cx="11637657" cy="603103"/>
          </a:xfrm>
        </p:spPr>
        <p:txBody>
          <a:bodyPr/>
          <a:lstStyle/>
          <a:p>
            <a:r>
              <a:rPr lang="fr-FR" noProof="0" dirty="0"/>
              <a:t>Etapes										1/2</a:t>
            </a:r>
          </a:p>
        </p:txBody>
      </p:sp>
      <p:pic>
        <p:nvPicPr>
          <p:cNvPr id="6" name="Image 5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E1CD8509-8F2B-EF74-5732-1D01DA418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918" y="1789163"/>
            <a:ext cx="3742857" cy="1428571"/>
          </a:xfrm>
          <a:prstGeom prst="rect">
            <a:avLst/>
          </a:prstGeom>
        </p:spPr>
      </p:pic>
      <p:pic>
        <p:nvPicPr>
          <p:cNvPr id="10" name="Image 9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3D00AA76-0229-81FD-F6F9-D0C8EDE3A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776" y="3677048"/>
            <a:ext cx="3139186" cy="260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12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1830E-1A11-1011-CF7E-0ECE24763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05DA1-9A0C-6036-CB72-0E717CCE8B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fr-FR" sz="180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L’option « Zéros initiaux » permet de spécifier le nombre de zéros placés en tête du compteur des « _</a:t>
            </a:r>
            <a:r>
              <a:rPr lang="fr-FR" sz="180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comp</a:t>
            </a:r>
            <a:r>
              <a:rPr lang="fr-FR" sz="180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» (&lt;XXX&gt;).</a:t>
            </a:r>
          </a:p>
          <a:p>
            <a:pPr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endParaRPr lang="fr-FR" sz="180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endParaRPr lang="fr-FR" sz="180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endParaRPr lang="fr-FR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endParaRPr lang="fr-FR" sz="180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fr-FR" sz="180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Pour démarrer le processus de renommage de l’assemblage ainsi que des composants, cliquez sur «Renommer».</a:t>
            </a:r>
            <a:endParaRPr lang="fr-F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7AA0A8-47E4-B94E-AD16-4406ADBA3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75" y="275208"/>
            <a:ext cx="11637657" cy="603103"/>
          </a:xfrm>
        </p:spPr>
        <p:txBody>
          <a:bodyPr/>
          <a:lstStyle/>
          <a:p>
            <a:r>
              <a:rPr lang="fr-FR" dirty="0"/>
              <a:t>Etapes										2/2</a:t>
            </a:r>
            <a:endParaRPr lang="fr-FR" noProof="0" dirty="0"/>
          </a:p>
        </p:txBody>
      </p:sp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EAD7B73-824C-E1F9-2A53-4D65BDB6B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669" y="1407303"/>
            <a:ext cx="3666667" cy="2571429"/>
          </a:xfrm>
          <a:prstGeom prst="rect">
            <a:avLst/>
          </a:prstGeom>
        </p:spPr>
      </p:pic>
      <p:pic>
        <p:nvPicPr>
          <p:cNvPr id="10" name="Image 9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C43C4AA8-2042-6352-5D44-24929CD77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335" y="4508554"/>
            <a:ext cx="3733333" cy="1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8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385740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Manitowoc Corporate">
      <a:dk1>
        <a:srgbClr val="41525C"/>
      </a:dk1>
      <a:lt1>
        <a:sysClr val="window" lastClr="FFFFFF"/>
      </a:lt1>
      <a:dk2>
        <a:srgbClr val="44546A"/>
      </a:dk2>
      <a:lt2>
        <a:srgbClr val="CFCFCF"/>
      </a:lt2>
      <a:accent1>
        <a:srgbClr val="ED1C2A"/>
      </a:accent1>
      <a:accent2>
        <a:srgbClr val="FFD520"/>
      </a:accent2>
      <a:accent3>
        <a:srgbClr val="F2F9FF"/>
      </a:accent3>
      <a:accent4>
        <a:srgbClr val="41525C"/>
      </a:accent4>
      <a:accent5>
        <a:srgbClr val="758086"/>
      </a:accent5>
      <a:accent6>
        <a:srgbClr val="ED7D3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70552EE2-9491-4A48-A040-82FA445BA2B9}" vid="{5CA12A00-827B-4DA9-9E0D-340104982ECE}"/>
    </a:ext>
  </a:extLst>
</a:theme>
</file>

<file path=ppt/theme/theme2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70552EE2-9491-4A48-A040-82FA445BA2B9}" vid="{FB47F75B-7F76-4022-8165-54E0A29E8BC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0b89cc-3a4a-4f71-a4b6-18560ec4622c">
      <Terms xmlns="http://schemas.microsoft.com/office/infopath/2007/PartnerControls"/>
    </lcf76f155ced4ddcb4097134ff3c332f>
    <TaxCatchAll xmlns="95814d84-929c-4972-b708-ac1b21d7f368" xsi:nil="true"/>
    <_ip_UnifiedCompliancePolicyUIAction xmlns="http://schemas.microsoft.com/sharepoint/v3" xsi:nil="true"/>
    <Lang xmlns="95814d84-929c-4972-b708-ac1b21d7f368">EN</Lang>
    <_Status xmlns="http://schemas.microsoft.com/sharepoint/v3/fields">Not Started</_Status>
    <Doc_Status xmlns="95814d84-929c-4972-b708-ac1b21d7f368" xsi:nil="true"/>
    <_ip_UnifiedCompliancePolicyProperties xmlns="http://schemas.microsoft.com/sharepoint/v3" xsi:nil="true"/>
    <Application xmlns="95814d84-929c-4972-b708-ac1b21d7f368" xsi:nil="true"/>
    <Applis xmlns="95814d84-929c-4972-b708-ac1b21d7f368" xsi:nil="true"/>
    <DocDate xmlns="95814d84-929c-4972-b708-ac1b21d7f368" xsi:nil="true"/>
    <_dlc_DocId xmlns="95814d84-929c-4972-b708-ac1b21d7f368">AFZR5AWZNVH7-1641516781-485</_dlc_DocId>
    <_dlc_DocIdUrl xmlns="95814d84-929c-4972-b708-ac1b21d7f368">
      <Url>https://manitowoc.sharepoint.com/sites/TW_EMEA_ENG_ENGSERVICES/_layouts/15/DocIdRedir.aspx?ID=AFZR5AWZNVH7-1641516781-485</Url>
      <Description>AFZR5AWZNVH7-1641516781-485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10B0F6E16F04B9CD7D9315356EFEC" ma:contentTypeVersion="35" ma:contentTypeDescription="Create a new document." ma:contentTypeScope="" ma:versionID="8a5dd0fe59a21718b727d6d71d29fd29">
  <xsd:schema xmlns:xsd="http://www.w3.org/2001/XMLSchema" xmlns:xs="http://www.w3.org/2001/XMLSchema" xmlns:p="http://schemas.microsoft.com/office/2006/metadata/properties" xmlns:ns1="http://schemas.microsoft.com/sharepoint/v3" xmlns:ns2="95814d84-929c-4972-b708-ac1b21d7f368" xmlns:ns3="550b89cc-3a4a-4f71-a4b6-18560ec4622c" xmlns:ns4="http://schemas.microsoft.com/sharepoint/v3/fields" targetNamespace="http://schemas.microsoft.com/office/2006/metadata/properties" ma:root="true" ma:fieldsID="499648d6a3f5de1214e6466585c2bfa0" ns1:_="" ns2:_="" ns3:_="" ns4:_="">
    <xsd:import namespace="http://schemas.microsoft.com/sharepoint/v3"/>
    <xsd:import namespace="95814d84-929c-4972-b708-ac1b21d7f368"/>
    <xsd:import namespace="550b89cc-3a4a-4f71-a4b6-18560ec4622c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2:Application" minOccurs="0"/>
                <xsd:element ref="ns2:Lang" minOccurs="0"/>
                <xsd:element ref="ns2:DocDate" minOccurs="0"/>
                <xsd:element ref="ns4:_Status" minOccurs="0"/>
                <xsd:element ref="ns2:Doc_Status" minOccurs="0"/>
                <xsd:element ref="ns2:Appli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814d84-929c-4972-b708-ac1b21d7f368" elementFormDefault="qualified">
    <xsd:import namespace="http://schemas.microsoft.com/office/2006/documentManagement/types"/>
    <xsd:import namespace="http://schemas.microsoft.com/office/infopath/2007/PartnerControls"/>
    <xsd:element name="_dlc_DocId" ma:index="4" nillable="true" ma:displayName="Valeur d’ID de document" ma:description="Valeur de l’ID de document affecté à cet élément." ma:internalName="_dlc_DocId" ma:readOnly="true">
      <xsd:simpleType>
        <xsd:restriction base="dms:Text"/>
      </xsd:simpleType>
    </xsd:element>
    <xsd:element name="_dlc_DocIdUrl" ma:index="5" nillable="true" ma:displayName="ID de document" ma:description="Lien permanent vers ce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6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pplication" ma:index="9" nillable="true" ma:displayName="Application" ma:list="{83bd7474-511b-4a07-8fb9-9499708d9a48}" ma:internalName="Application" ma:readOnly="false" ma:showField="Title" ma:web="95814d84-929c-4972-b708-ac1b21d7f3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ng" ma:index="10" nillable="true" ma:displayName="Lang" ma:default="EN" ma:format="Dropdown" ma:internalName="Lang" ma:readOnly="false">
      <xsd:simpleType>
        <xsd:restriction base="dms:Choice">
          <xsd:enumeration value="EN"/>
          <xsd:enumeration value="FR"/>
        </xsd:restriction>
      </xsd:simpleType>
    </xsd:element>
    <xsd:element name="DocDate" ma:index="11" nillable="true" ma:displayName="DocDate" ma:format="DateOnly" ma:internalName="DocDate" ma:readOnly="false">
      <xsd:simpleType>
        <xsd:restriction base="dms:DateTime"/>
      </xsd:simpleType>
    </xsd:element>
    <xsd:element name="Doc_Status" ma:index="13" nillable="true" ma:displayName="Doc_Status" ma:list="{e1925a2e-7eb9-4f71-ab12-62ff6429e2a8}" ma:internalName="Doc_Status" ma:readOnly="false" ma:showField="Title" ma:web="95814d84-929c-4972-b708-ac1b21d7f3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pplis" ma:index="14" nillable="true" ma:displayName="Applis" ma:format="RadioButtons" ma:internalName="Applis" ma:readOnly="false">
      <xsd:simpleType>
        <xsd:union memberTypes="dms:Text">
          <xsd:simpleType>
            <xsd:restriction base="dms:Choice">
              <xsd:enumeration value="ANSYS"/>
              <xsd:enumeration value="CETIM COBRA"/>
              <xsd:enumeration value="CREO"/>
              <xsd:enumeration value="CREO TOOLS"/>
              <xsd:enumeration value="CREO VIEW"/>
              <xsd:enumeration value="DATA ENTRY TOOLS"/>
              <xsd:enumeration value="ENG TIME"/>
              <xsd:enumeration value="GESTION ESSAIS"/>
              <xsd:enumeration value="ISODRAW"/>
              <xsd:enumeration value="QUALIOS"/>
              <xsd:enumeration value="SAP"/>
              <xsd:enumeration value="SHAREPOINT"/>
              <xsd:enumeration value="VISUALIZATION TOOL"/>
              <xsd:enumeration value="WEBTERM"/>
              <xsd:enumeration value="WINDCHILL"/>
            </xsd:restriction>
          </xsd:simpleType>
        </xsd:union>
      </xsd:simpleType>
    </xsd:element>
    <xsd:element name="TaxCatchAll" ma:index="22" nillable="true" ma:displayName="Taxonomy Catch All Column" ma:hidden="true" ma:list="{52ffbb56-77dc-450e-99b9-9aae16562a26}" ma:internalName="TaxCatchAll" ma:showField="CatchAllData" ma:web="95814d84-929c-4972-b708-ac1b21d7f3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0b89cc-3a4a-4f71-a4b6-18560ec462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153bfb56-7eee-4918-bc74-a025f2d648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12" nillable="true" ma:displayName="Status" ma:default="Not Started" ma:format="Dropdown" ma:internalName="_Status" ma:readOnly="false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5" ma:displayName="Type de contenu"/>
        <xsd:element ref="dc:title" minOccurs="0" maxOccurs="1" ma:index="3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D7E273-CB21-4F9C-8FC4-B7F2EB88EA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26DBB2-F0F9-4932-8BFF-AC80CD8B991D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C3C7D06C-AAC4-406A-8828-8809219656A4}">
  <ds:schemaRefs>
    <ds:schemaRef ds:uri="95814d84-929c-4972-b708-ac1b21d7f368"/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microsoft.com/sharepoint/v3/fields"/>
    <ds:schemaRef ds:uri="550b89cc-3a4a-4f71-a4b6-18560ec4622c"/>
    <ds:schemaRef ds:uri="http://schemas.microsoft.com/sharepoint/v3"/>
  </ds:schemaRefs>
</ds:datastoreItem>
</file>

<file path=customXml/itemProps4.xml><?xml version="1.0" encoding="utf-8"?>
<ds:datastoreItem xmlns:ds="http://schemas.openxmlformats.org/officeDocument/2006/customXml" ds:itemID="{9CE73FBC-ED21-48D1-AE49-337E014DB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5814d84-929c-4972-b708-ac1b21d7f368"/>
    <ds:schemaRef ds:uri="550b89cc-3a4a-4f71-a4b6-18560ec4622c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Internal-Potain-Template</Template>
  <TotalTime>128</TotalTime>
  <Words>193</Words>
  <Application>Microsoft Office PowerPoint</Application>
  <PresentationFormat>Grand écran</PresentationFormat>
  <Paragraphs>19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Roboto</vt:lpstr>
      <vt:lpstr>Wingdings</vt:lpstr>
      <vt:lpstr>Title Slides</vt:lpstr>
      <vt:lpstr>Content Slides</vt:lpstr>
      <vt:lpstr>CREO Tools</vt:lpstr>
      <vt:lpstr>Information Générale</vt:lpstr>
      <vt:lpstr>Etapes          1/2</vt:lpstr>
      <vt:lpstr>Etapes          2/2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Champier, Thierry</dc:creator>
  <cp:lastModifiedBy>Champier, Thierry</cp:lastModifiedBy>
  <cp:revision>1</cp:revision>
  <dcterms:created xsi:type="dcterms:W3CDTF">2026-01-29T12:38:36Z</dcterms:created>
  <dcterms:modified xsi:type="dcterms:W3CDTF">2026-01-29T15:34:20Z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0x01010082510B0F6E16F04B9CD7D9315356EFEC</vt:lpwstr>
  </property>
  <property fmtid="{D5CDD505-2E9C-101B-9397-08002B2CF9AE}" pid="3" name="MediaServiceImageTags">
    <vt:lpwstr/>
  </property>
  <property fmtid="{D5CDD505-2E9C-101B-9397-08002B2CF9AE}" pid="4" name="_dlc_DocIdItemGuid">
    <vt:lpwstr>f211ce6a-70d1-461c-8af5-0b69c6dd49a9</vt:lpwstr>
  </property>
</Properties>
</file>