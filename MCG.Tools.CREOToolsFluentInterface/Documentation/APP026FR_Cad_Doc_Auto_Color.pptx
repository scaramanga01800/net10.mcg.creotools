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1" r:id="rId5"/>
    <p:sldMasterId id="2147483648" r:id="rId6"/>
  </p:sldMasterIdLst>
  <p:notesMasterIdLst>
    <p:notesMasterId r:id="rId17"/>
  </p:notesMasterIdLst>
  <p:handoutMasterIdLst>
    <p:handoutMasterId r:id="rId18"/>
  </p:handoutMasterIdLst>
  <p:sldIdLst>
    <p:sldId id="303" r:id="rId7"/>
    <p:sldId id="308" r:id="rId8"/>
    <p:sldId id="326" r:id="rId9"/>
    <p:sldId id="324" r:id="rId10"/>
    <p:sldId id="325" r:id="rId11"/>
    <p:sldId id="327" r:id="rId12"/>
    <p:sldId id="328" r:id="rId13"/>
    <p:sldId id="329" r:id="rId14"/>
    <p:sldId id="330" r:id="rId15"/>
    <p:sldId id="323" r:id="rId16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61140"/>
    <a:srgbClr val="ED1C2A"/>
    <a:srgbClr val="415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4A1DD-26AA-459F-B6F1-7318332AE0A6}" v="40" dt="2023-03-01T10:17:30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9" autoAdjust="0"/>
    <p:restoredTop sz="92593" autoAdjust="0"/>
  </p:normalViewPr>
  <p:slideViewPr>
    <p:cSldViewPr>
      <p:cViewPr varScale="1">
        <p:scale>
          <a:sx n="102" d="100"/>
          <a:sy n="102" d="100"/>
        </p:scale>
        <p:origin x="104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306" y="-114"/>
      </p:cViewPr>
      <p:guideLst>
        <p:guide orient="horz" pos="3224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mpier, Thierry" userId="da6bee41-0230-426c-bbf3-a5302e8c23b7" providerId="ADAL" clId="{46C7E167-3953-4828-9620-8AAEE4365122}"/>
    <pc:docChg chg="undo custSel addSld delSld modSld">
      <pc:chgData name="Champier, Thierry" userId="da6bee41-0230-426c-bbf3-a5302e8c23b7" providerId="ADAL" clId="{46C7E167-3953-4828-9620-8AAEE4365122}" dt="2022-12-20T15:46:11.135" v="1183"/>
      <pc:docMkLst>
        <pc:docMk/>
      </pc:docMkLst>
      <pc:sldChg chg="addSp delSp modSp mod">
        <pc:chgData name="Champier, Thierry" userId="da6bee41-0230-426c-bbf3-a5302e8c23b7" providerId="ADAL" clId="{46C7E167-3953-4828-9620-8AAEE4365122}" dt="2022-12-20T14:18:00.742" v="28" actId="1076"/>
        <pc:sldMkLst>
          <pc:docMk/>
          <pc:sldMk cId="2885160718" sldId="303"/>
        </pc:sldMkLst>
        <pc:spChg chg="mod">
          <ac:chgData name="Champier, Thierry" userId="da6bee41-0230-426c-bbf3-a5302e8c23b7" providerId="ADAL" clId="{46C7E167-3953-4828-9620-8AAEE4365122}" dt="2022-12-20T11:51:59.783" v="21" actId="20577"/>
          <ac:spMkLst>
            <pc:docMk/>
            <pc:sldMk cId="2885160718" sldId="303"/>
            <ac:spMk id="2" creationId="{00000000-0000-0000-0000-000000000000}"/>
          </ac:spMkLst>
        </pc:spChg>
        <pc:picChg chg="del">
          <ac:chgData name="Champier, Thierry" userId="da6bee41-0230-426c-bbf3-a5302e8c23b7" providerId="ADAL" clId="{46C7E167-3953-4828-9620-8AAEE4365122}" dt="2022-12-20T14:17:11.867" v="22" actId="478"/>
          <ac:picMkLst>
            <pc:docMk/>
            <pc:sldMk cId="2885160718" sldId="303"/>
            <ac:picMk id="3" creationId="{91202A64-3B30-0536-5EFB-4E972766B6D6}"/>
          </ac:picMkLst>
        </pc:picChg>
        <pc:picChg chg="add mod">
          <ac:chgData name="Champier, Thierry" userId="da6bee41-0230-426c-bbf3-a5302e8c23b7" providerId="ADAL" clId="{46C7E167-3953-4828-9620-8AAEE4365122}" dt="2022-12-20T14:18:00.742" v="28" actId="1076"/>
          <ac:picMkLst>
            <pc:docMk/>
            <pc:sldMk cId="2885160718" sldId="303"/>
            <ac:picMk id="1026" creationId="{08CAE3E3-CEDC-85B4-A2C6-123E874D9505}"/>
          </ac:picMkLst>
        </pc:picChg>
      </pc:sldChg>
      <pc:sldChg chg="addSp delSp modSp mod">
        <pc:chgData name="Champier, Thierry" userId="da6bee41-0230-426c-bbf3-a5302e8c23b7" providerId="ADAL" clId="{46C7E167-3953-4828-9620-8AAEE4365122}" dt="2022-12-20T15:46:11.135" v="1183"/>
        <pc:sldMkLst>
          <pc:docMk/>
          <pc:sldMk cId="439281216" sldId="308"/>
        </pc:sldMkLst>
        <pc:spChg chg="mod">
          <ac:chgData name="Champier, Thierry" userId="da6bee41-0230-426c-bbf3-a5302e8c23b7" providerId="ADAL" clId="{46C7E167-3953-4828-9620-8AAEE4365122}" dt="2022-12-20T15:46:11.135" v="1183"/>
          <ac:spMkLst>
            <pc:docMk/>
            <pc:sldMk cId="439281216" sldId="308"/>
            <ac:spMk id="3" creationId="{00000000-0000-0000-0000-000000000000}"/>
          </ac:spMkLst>
        </pc:spChg>
        <pc:spChg chg="mod">
          <ac:chgData name="Champier, Thierry" userId="da6bee41-0230-426c-bbf3-a5302e8c23b7" providerId="ADAL" clId="{46C7E167-3953-4828-9620-8AAEE4365122}" dt="2022-12-20T15:44:48.622" v="1177" actId="20577"/>
          <ac:spMkLst>
            <pc:docMk/>
            <pc:sldMk cId="439281216" sldId="308"/>
            <ac:spMk id="15" creationId="{2B317100-8972-4005-88C4-086877A57ED7}"/>
          </ac:spMkLst>
        </pc:spChg>
        <pc:picChg chg="add del mod">
          <ac:chgData name="Champier, Thierry" userId="da6bee41-0230-426c-bbf3-a5302e8c23b7" providerId="ADAL" clId="{46C7E167-3953-4828-9620-8AAEE4365122}" dt="2022-12-20T15:41:41.246" v="767" actId="478"/>
          <ac:picMkLst>
            <pc:docMk/>
            <pc:sldMk cId="439281216" sldId="308"/>
            <ac:picMk id="2050" creationId="{D88B7C7B-5842-3A40-E311-446223F946CA}"/>
          </ac:picMkLst>
        </pc:picChg>
      </pc:sldChg>
      <pc:sldChg chg="addSp delSp modSp add mod">
        <pc:chgData name="Champier, Thierry" userId="da6bee41-0230-426c-bbf3-a5302e8c23b7" providerId="ADAL" clId="{46C7E167-3953-4828-9620-8AAEE4365122}" dt="2022-12-20T15:09:51.553" v="739" actId="20577"/>
        <pc:sldMkLst>
          <pc:docMk/>
          <pc:sldMk cId="2958289952" sldId="324"/>
        </pc:sldMkLst>
        <pc:spChg chg="mod">
          <ac:chgData name="Champier, Thierry" userId="da6bee41-0230-426c-bbf3-a5302e8c23b7" providerId="ADAL" clId="{46C7E167-3953-4828-9620-8AAEE4365122}" dt="2022-12-20T15:09:51.553" v="739" actId="20577"/>
          <ac:spMkLst>
            <pc:docMk/>
            <pc:sldMk cId="2958289952" sldId="324"/>
            <ac:spMk id="3" creationId="{00000000-0000-0000-0000-000000000000}"/>
          </ac:spMkLst>
        </pc:spChg>
        <pc:spChg chg="mod">
          <ac:chgData name="Champier, Thierry" userId="da6bee41-0230-426c-bbf3-a5302e8c23b7" providerId="ADAL" clId="{46C7E167-3953-4828-9620-8AAEE4365122}" dt="2022-12-20T14:29:20.441" v="657" actId="14100"/>
          <ac:spMkLst>
            <pc:docMk/>
            <pc:sldMk cId="2958289952" sldId="324"/>
            <ac:spMk id="15" creationId="{2B317100-8972-4005-88C4-086877A57ED7}"/>
          </ac:spMkLst>
        </pc:spChg>
        <pc:picChg chg="add mod">
          <ac:chgData name="Champier, Thierry" userId="da6bee41-0230-426c-bbf3-a5302e8c23b7" providerId="ADAL" clId="{46C7E167-3953-4828-9620-8AAEE4365122}" dt="2022-12-20T14:29:23.140" v="662" actId="1076"/>
          <ac:picMkLst>
            <pc:docMk/>
            <pc:sldMk cId="2958289952" sldId="324"/>
            <ac:picMk id="4" creationId="{C40D6EA8-1F9B-081C-34B8-90728715793A}"/>
          </ac:picMkLst>
        </pc:picChg>
        <pc:picChg chg="del">
          <ac:chgData name="Champier, Thierry" userId="da6bee41-0230-426c-bbf3-a5302e8c23b7" providerId="ADAL" clId="{46C7E167-3953-4828-9620-8AAEE4365122}" dt="2022-12-20T14:25:55.302" v="495" actId="478"/>
          <ac:picMkLst>
            <pc:docMk/>
            <pc:sldMk cId="2958289952" sldId="324"/>
            <ac:picMk id="2050" creationId="{D88B7C7B-5842-3A40-E311-446223F946CA}"/>
          </ac:picMkLst>
        </pc:picChg>
        <pc:picChg chg="add mod">
          <ac:chgData name="Champier, Thierry" userId="da6bee41-0230-426c-bbf3-a5302e8c23b7" providerId="ADAL" clId="{46C7E167-3953-4828-9620-8AAEE4365122}" dt="2022-12-20T14:29:21.962" v="661" actId="1076"/>
          <ac:picMkLst>
            <pc:docMk/>
            <pc:sldMk cId="2958289952" sldId="324"/>
            <ac:picMk id="3074" creationId="{66FD072F-1AC9-2041-0414-18499332F781}"/>
          </ac:picMkLst>
        </pc:picChg>
      </pc:sldChg>
      <pc:sldChg chg="del">
        <pc:chgData name="Champier, Thierry" userId="da6bee41-0230-426c-bbf3-a5302e8c23b7" providerId="ADAL" clId="{46C7E167-3953-4828-9620-8AAEE4365122}" dt="2022-12-20T14:25:13.696" v="383" actId="47"/>
        <pc:sldMkLst>
          <pc:docMk/>
          <pc:sldMk cId="1986453178" sldId="325"/>
        </pc:sldMkLst>
      </pc:sldChg>
      <pc:sldChg chg="addSp delSp modSp add mod">
        <pc:chgData name="Champier, Thierry" userId="da6bee41-0230-426c-bbf3-a5302e8c23b7" providerId="ADAL" clId="{46C7E167-3953-4828-9620-8AAEE4365122}" dt="2022-12-20T15:10:15.353" v="746" actId="1035"/>
        <pc:sldMkLst>
          <pc:docMk/>
          <pc:sldMk cId="2526165858" sldId="325"/>
        </pc:sldMkLst>
        <pc:spChg chg="mod">
          <ac:chgData name="Champier, Thierry" userId="da6bee41-0230-426c-bbf3-a5302e8c23b7" providerId="ADAL" clId="{46C7E167-3953-4828-9620-8AAEE4365122}" dt="2022-12-20T15:10:00.185" v="743" actId="20577"/>
          <ac:spMkLst>
            <pc:docMk/>
            <pc:sldMk cId="2526165858" sldId="325"/>
            <ac:spMk id="3" creationId="{00000000-0000-0000-0000-000000000000}"/>
          </ac:spMkLst>
        </pc:spChg>
        <pc:spChg chg="mod">
          <ac:chgData name="Champier, Thierry" userId="da6bee41-0230-426c-bbf3-a5302e8c23b7" providerId="ADAL" clId="{46C7E167-3953-4828-9620-8AAEE4365122}" dt="2022-12-20T15:03:50.196" v="698" actId="14100"/>
          <ac:spMkLst>
            <pc:docMk/>
            <pc:sldMk cId="2526165858" sldId="325"/>
            <ac:spMk id="15" creationId="{2B317100-8972-4005-88C4-086877A57ED7}"/>
          </ac:spMkLst>
        </pc:spChg>
        <pc:picChg chg="del">
          <ac:chgData name="Champier, Thierry" userId="da6bee41-0230-426c-bbf3-a5302e8c23b7" providerId="ADAL" clId="{46C7E167-3953-4828-9620-8AAEE4365122}" dt="2022-12-20T15:03:21.330" v="693" actId="478"/>
          <ac:picMkLst>
            <pc:docMk/>
            <pc:sldMk cId="2526165858" sldId="325"/>
            <ac:picMk id="4" creationId="{C40D6EA8-1F9B-081C-34B8-90728715793A}"/>
          </ac:picMkLst>
        </pc:picChg>
        <pc:picChg chg="add mod">
          <ac:chgData name="Champier, Thierry" userId="da6bee41-0230-426c-bbf3-a5302e8c23b7" providerId="ADAL" clId="{46C7E167-3953-4828-9620-8AAEE4365122}" dt="2022-12-20T15:10:15.353" v="746" actId="1035"/>
          <ac:picMkLst>
            <pc:docMk/>
            <pc:sldMk cId="2526165858" sldId="325"/>
            <ac:picMk id="5" creationId="{C4A6A13D-AC35-8846-52C9-E31BA9486A0A}"/>
          </ac:picMkLst>
        </pc:picChg>
        <pc:picChg chg="add mod ord">
          <ac:chgData name="Champier, Thierry" userId="da6bee41-0230-426c-bbf3-a5302e8c23b7" providerId="ADAL" clId="{46C7E167-3953-4828-9620-8AAEE4365122}" dt="2022-12-20T15:09:01.013" v="722" actId="1076"/>
          <ac:picMkLst>
            <pc:docMk/>
            <pc:sldMk cId="2526165858" sldId="325"/>
            <ac:picMk id="7" creationId="{785F6B85-2B2A-297F-110F-F029842CA308}"/>
          </ac:picMkLst>
        </pc:picChg>
        <pc:picChg chg="add mod">
          <ac:chgData name="Champier, Thierry" userId="da6bee41-0230-426c-bbf3-a5302e8c23b7" providerId="ADAL" clId="{46C7E167-3953-4828-9620-8AAEE4365122}" dt="2022-12-20T15:09:07.202" v="723" actId="1076"/>
          <ac:picMkLst>
            <pc:docMk/>
            <pc:sldMk cId="2526165858" sldId="325"/>
            <ac:picMk id="1026" creationId="{A595D6C3-80A1-DD5E-FC32-50030740FAAC}"/>
          </ac:picMkLst>
        </pc:picChg>
        <pc:picChg chg="del">
          <ac:chgData name="Champier, Thierry" userId="da6bee41-0230-426c-bbf3-a5302e8c23b7" providerId="ADAL" clId="{46C7E167-3953-4828-9620-8AAEE4365122}" dt="2022-12-20T15:03:20.236" v="692" actId="478"/>
          <ac:picMkLst>
            <pc:docMk/>
            <pc:sldMk cId="2526165858" sldId="325"/>
            <ac:picMk id="3074" creationId="{66FD072F-1AC9-2041-0414-18499332F781}"/>
          </ac:picMkLst>
        </pc:picChg>
      </pc:sldChg>
      <pc:sldChg chg="add">
        <pc:chgData name="Champier, Thierry" userId="da6bee41-0230-426c-bbf3-a5302e8c23b7" providerId="ADAL" clId="{46C7E167-3953-4828-9620-8AAEE4365122}" dt="2022-12-20T15:41:21.741" v="747"/>
        <pc:sldMkLst>
          <pc:docMk/>
          <pc:sldMk cId="955640558" sldId="326"/>
        </pc:sldMkLst>
      </pc:sldChg>
      <pc:sldChg chg="del">
        <pc:chgData name="Champier, Thierry" userId="da6bee41-0230-426c-bbf3-a5302e8c23b7" providerId="ADAL" clId="{46C7E167-3953-4828-9620-8AAEE4365122}" dt="2022-12-20T14:25:11.665" v="381" actId="47"/>
        <pc:sldMkLst>
          <pc:docMk/>
          <pc:sldMk cId="3132129087" sldId="327"/>
        </pc:sldMkLst>
      </pc:sldChg>
      <pc:sldChg chg="del">
        <pc:chgData name="Champier, Thierry" userId="da6bee41-0230-426c-bbf3-a5302e8c23b7" providerId="ADAL" clId="{46C7E167-3953-4828-9620-8AAEE4365122}" dt="2022-12-20T14:25:12.323" v="382" actId="47"/>
        <pc:sldMkLst>
          <pc:docMk/>
          <pc:sldMk cId="97929060" sldId="328"/>
        </pc:sldMkLst>
      </pc:sldChg>
      <pc:sldChg chg="del">
        <pc:chgData name="Champier, Thierry" userId="da6bee41-0230-426c-bbf3-a5302e8c23b7" providerId="ADAL" clId="{46C7E167-3953-4828-9620-8AAEE4365122}" dt="2022-12-20T14:25:14.416" v="384" actId="47"/>
        <pc:sldMkLst>
          <pc:docMk/>
          <pc:sldMk cId="1155778628" sldId="329"/>
        </pc:sldMkLst>
      </pc:sldChg>
      <pc:sldChg chg="del">
        <pc:chgData name="Champier, Thierry" userId="da6bee41-0230-426c-bbf3-a5302e8c23b7" providerId="ADAL" clId="{46C7E167-3953-4828-9620-8AAEE4365122}" dt="2022-12-20T14:25:15.176" v="385" actId="47"/>
        <pc:sldMkLst>
          <pc:docMk/>
          <pc:sldMk cId="2637107404" sldId="330"/>
        </pc:sldMkLst>
      </pc:sldChg>
      <pc:sldChg chg="del">
        <pc:chgData name="Champier, Thierry" userId="da6bee41-0230-426c-bbf3-a5302e8c23b7" providerId="ADAL" clId="{46C7E167-3953-4828-9620-8AAEE4365122}" dt="2022-12-20T14:25:17.099" v="387" actId="47"/>
        <pc:sldMkLst>
          <pc:docMk/>
          <pc:sldMk cId="94028250" sldId="331"/>
        </pc:sldMkLst>
      </pc:sldChg>
      <pc:sldChg chg="del">
        <pc:chgData name="Champier, Thierry" userId="da6bee41-0230-426c-bbf3-a5302e8c23b7" providerId="ADAL" clId="{46C7E167-3953-4828-9620-8AAEE4365122}" dt="2022-12-20T14:25:16.257" v="386" actId="47"/>
        <pc:sldMkLst>
          <pc:docMk/>
          <pc:sldMk cId="4042766727" sldId="332"/>
        </pc:sldMkLst>
      </pc:sldChg>
      <pc:sldChg chg="del">
        <pc:chgData name="Champier, Thierry" userId="da6bee41-0230-426c-bbf3-a5302e8c23b7" providerId="ADAL" clId="{46C7E167-3953-4828-9620-8AAEE4365122}" dt="2022-12-20T14:25:18.038" v="388" actId="47"/>
        <pc:sldMkLst>
          <pc:docMk/>
          <pc:sldMk cId="1671448253" sldId="333"/>
        </pc:sldMkLst>
      </pc:sldChg>
    </pc:docChg>
  </pc:docChgLst>
  <pc:docChgLst>
    <pc:chgData name="Champier, Thierry" userId="da6bee41-0230-426c-bbf3-a5302e8c23b7" providerId="ADAL" clId="{9354A1DD-26AA-459F-B6F1-7318332AE0A6}"/>
    <pc:docChg chg="undo custSel addSld modSld">
      <pc:chgData name="Champier, Thierry" userId="da6bee41-0230-426c-bbf3-a5302e8c23b7" providerId="ADAL" clId="{9354A1DD-26AA-459F-B6F1-7318332AE0A6}" dt="2023-03-01T12:39:39.135" v="803" actId="20577"/>
      <pc:docMkLst>
        <pc:docMk/>
      </pc:docMkLst>
      <pc:sldChg chg="addSp delSp modSp mod">
        <pc:chgData name="Champier, Thierry" userId="da6bee41-0230-426c-bbf3-a5302e8c23b7" providerId="ADAL" clId="{9354A1DD-26AA-459F-B6F1-7318332AE0A6}" dt="2023-03-01T09:07:36.205" v="4" actId="1076"/>
        <pc:sldMkLst>
          <pc:docMk/>
          <pc:sldMk cId="2885160718" sldId="303"/>
        </pc:sldMkLst>
        <pc:picChg chg="add mod">
          <ac:chgData name="Champier, Thierry" userId="da6bee41-0230-426c-bbf3-a5302e8c23b7" providerId="ADAL" clId="{9354A1DD-26AA-459F-B6F1-7318332AE0A6}" dt="2023-03-01T09:07:36.205" v="4" actId="1076"/>
          <ac:picMkLst>
            <pc:docMk/>
            <pc:sldMk cId="2885160718" sldId="303"/>
            <ac:picMk id="4" creationId="{9802653F-D9B5-349D-E733-D9C552DE2805}"/>
          </ac:picMkLst>
        </pc:picChg>
        <pc:picChg chg="del">
          <ac:chgData name="Champier, Thierry" userId="da6bee41-0230-426c-bbf3-a5302e8c23b7" providerId="ADAL" clId="{9354A1DD-26AA-459F-B6F1-7318332AE0A6}" dt="2023-03-01T09:07:29.388" v="0" actId="478"/>
          <ac:picMkLst>
            <pc:docMk/>
            <pc:sldMk cId="2885160718" sldId="303"/>
            <ac:picMk id="1026" creationId="{08CAE3E3-CEDC-85B4-A2C6-123E874D9505}"/>
          </ac:picMkLst>
        </pc:picChg>
      </pc:sldChg>
      <pc:sldChg chg="modSp mod">
        <pc:chgData name="Champier, Thierry" userId="da6bee41-0230-426c-bbf3-a5302e8c23b7" providerId="ADAL" clId="{9354A1DD-26AA-459F-B6F1-7318332AE0A6}" dt="2023-03-01T12:06:21.759" v="785" actId="6549"/>
        <pc:sldMkLst>
          <pc:docMk/>
          <pc:sldMk cId="439281216" sldId="308"/>
        </pc:sldMkLst>
        <pc:spChg chg="mod">
          <ac:chgData name="Champier, Thierry" userId="da6bee41-0230-426c-bbf3-a5302e8c23b7" providerId="ADAL" clId="{9354A1DD-26AA-459F-B6F1-7318332AE0A6}" dt="2023-03-01T12:06:21.759" v="785" actId="6549"/>
          <ac:spMkLst>
            <pc:docMk/>
            <pc:sldMk cId="439281216" sldId="308"/>
            <ac:spMk id="15" creationId="{2B317100-8972-4005-88C4-086877A57ED7}"/>
          </ac:spMkLst>
        </pc:spChg>
      </pc:sldChg>
      <pc:sldChg chg="addSp delSp modSp mod">
        <pc:chgData name="Champier, Thierry" userId="da6bee41-0230-426c-bbf3-a5302e8c23b7" providerId="ADAL" clId="{9354A1DD-26AA-459F-B6F1-7318332AE0A6}" dt="2023-03-01T10:18:22.488" v="782" actId="20577"/>
        <pc:sldMkLst>
          <pc:docMk/>
          <pc:sldMk cId="2958289952" sldId="324"/>
        </pc:sldMkLst>
        <pc:spChg chg="mod">
          <ac:chgData name="Champier, Thierry" userId="da6bee41-0230-426c-bbf3-a5302e8c23b7" providerId="ADAL" clId="{9354A1DD-26AA-459F-B6F1-7318332AE0A6}" dt="2023-03-01T10:18:22.488" v="782" actId="20577"/>
          <ac:spMkLst>
            <pc:docMk/>
            <pc:sldMk cId="2958289952" sldId="324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09:24:43.052" v="209" actId="14100"/>
          <ac:spMkLst>
            <pc:docMk/>
            <pc:sldMk cId="2958289952" sldId="324"/>
            <ac:spMk id="15" creationId="{2B317100-8972-4005-88C4-086877A57ED7}"/>
          </ac:spMkLst>
        </pc:spChg>
        <pc:picChg chg="del mod">
          <ac:chgData name="Champier, Thierry" userId="da6bee41-0230-426c-bbf3-a5302e8c23b7" providerId="ADAL" clId="{9354A1DD-26AA-459F-B6F1-7318332AE0A6}" dt="2023-03-01T09:24:32.608" v="202" actId="478"/>
          <ac:picMkLst>
            <pc:docMk/>
            <pc:sldMk cId="2958289952" sldId="324"/>
            <ac:picMk id="4" creationId="{C40D6EA8-1F9B-081C-34B8-90728715793A}"/>
          </ac:picMkLst>
        </pc:picChg>
        <pc:picChg chg="add mod">
          <ac:chgData name="Champier, Thierry" userId="da6bee41-0230-426c-bbf3-a5302e8c23b7" providerId="ADAL" clId="{9354A1DD-26AA-459F-B6F1-7318332AE0A6}" dt="2023-03-01T09:24:38.678" v="206" actId="1076"/>
          <ac:picMkLst>
            <pc:docMk/>
            <pc:sldMk cId="2958289952" sldId="324"/>
            <ac:picMk id="5" creationId="{21E5EB0B-3A79-A5AB-7D2C-DCBC7BA41DF4}"/>
          </ac:picMkLst>
        </pc:picChg>
        <pc:picChg chg="add mod">
          <ac:chgData name="Champier, Thierry" userId="da6bee41-0230-426c-bbf3-a5302e8c23b7" providerId="ADAL" clId="{9354A1DD-26AA-459F-B6F1-7318332AE0A6}" dt="2023-03-01T09:24:45.685" v="211" actId="1076"/>
          <ac:picMkLst>
            <pc:docMk/>
            <pc:sldMk cId="2958289952" sldId="324"/>
            <ac:picMk id="7" creationId="{B6CA5CB8-CC95-4384-F1BD-6F2D9FE66156}"/>
          </ac:picMkLst>
        </pc:picChg>
        <pc:picChg chg="del">
          <ac:chgData name="Champier, Thierry" userId="da6bee41-0230-426c-bbf3-a5302e8c23b7" providerId="ADAL" clId="{9354A1DD-26AA-459F-B6F1-7318332AE0A6}" dt="2023-03-01T09:21:10.190" v="102" actId="478"/>
          <ac:picMkLst>
            <pc:docMk/>
            <pc:sldMk cId="2958289952" sldId="324"/>
            <ac:picMk id="3074" creationId="{66FD072F-1AC9-2041-0414-18499332F781}"/>
          </ac:picMkLst>
        </pc:picChg>
      </pc:sldChg>
      <pc:sldChg chg="addSp delSp modSp mod">
        <pc:chgData name="Champier, Thierry" userId="da6bee41-0230-426c-bbf3-a5302e8c23b7" providerId="ADAL" clId="{9354A1DD-26AA-459F-B6F1-7318332AE0A6}" dt="2023-03-01T10:18:18.944" v="780" actId="20577"/>
        <pc:sldMkLst>
          <pc:docMk/>
          <pc:sldMk cId="2526165858" sldId="325"/>
        </pc:sldMkLst>
        <pc:spChg chg="mod">
          <ac:chgData name="Champier, Thierry" userId="da6bee41-0230-426c-bbf3-a5302e8c23b7" providerId="ADAL" clId="{9354A1DD-26AA-459F-B6F1-7318332AE0A6}" dt="2023-03-01T10:18:18.944" v="780" actId="20577"/>
          <ac:spMkLst>
            <pc:docMk/>
            <pc:sldMk cId="2526165858" sldId="325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09:30:21.838" v="349" actId="20577"/>
          <ac:spMkLst>
            <pc:docMk/>
            <pc:sldMk cId="2526165858" sldId="325"/>
            <ac:spMk id="15" creationId="{2B317100-8972-4005-88C4-086877A57ED7}"/>
          </ac:spMkLst>
        </pc:spChg>
        <pc:picChg chg="add mod">
          <ac:chgData name="Champier, Thierry" userId="da6bee41-0230-426c-bbf3-a5302e8c23b7" providerId="ADAL" clId="{9354A1DD-26AA-459F-B6F1-7318332AE0A6}" dt="2023-03-01T09:31:19.598" v="353" actId="14100"/>
          <ac:picMkLst>
            <pc:docMk/>
            <pc:sldMk cId="2526165858" sldId="325"/>
            <ac:picMk id="4" creationId="{70FF87A4-4170-DFDB-7882-5AB08ACAAF0E}"/>
          </ac:picMkLst>
        </pc:picChg>
        <pc:picChg chg="del">
          <ac:chgData name="Champier, Thierry" userId="da6bee41-0230-426c-bbf3-a5302e8c23b7" providerId="ADAL" clId="{9354A1DD-26AA-459F-B6F1-7318332AE0A6}" dt="2023-03-01T09:29:32.127" v="215" actId="478"/>
          <ac:picMkLst>
            <pc:docMk/>
            <pc:sldMk cId="2526165858" sldId="325"/>
            <ac:picMk id="5" creationId="{C4A6A13D-AC35-8846-52C9-E31BA9486A0A}"/>
          </ac:picMkLst>
        </pc:picChg>
        <pc:picChg chg="del">
          <ac:chgData name="Champier, Thierry" userId="da6bee41-0230-426c-bbf3-a5302e8c23b7" providerId="ADAL" clId="{9354A1DD-26AA-459F-B6F1-7318332AE0A6}" dt="2023-03-01T09:29:30.920" v="213" actId="478"/>
          <ac:picMkLst>
            <pc:docMk/>
            <pc:sldMk cId="2526165858" sldId="325"/>
            <ac:picMk id="7" creationId="{785F6B85-2B2A-297F-110F-F029842CA308}"/>
          </ac:picMkLst>
        </pc:picChg>
        <pc:picChg chg="add mod">
          <ac:chgData name="Champier, Thierry" userId="da6bee41-0230-426c-bbf3-a5302e8c23b7" providerId="ADAL" clId="{9354A1DD-26AA-459F-B6F1-7318332AE0A6}" dt="2023-03-01T09:32:06.398" v="358" actId="1076"/>
          <ac:picMkLst>
            <pc:docMk/>
            <pc:sldMk cId="2526165858" sldId="325"/>
            <ac:picMk id="8" creationId="{9778CF9C-9122-1467-A666-49445BB563CF}"/>
          </ac:picMkLst>
        </pc:picChg>
        <pc:picChg chg="del">
          <ac:chgData name="Champier, Thierry" userId="da6bee41-0230-426c-bbf3-a5302e8c23b7" providerId="ADAL" clId="{9354A1DD-26AA-459F-B6F1-7318332AE0A6}" dt="2023-03-01T09:29:31.638" v="214" actId="478"/>
          <ac:picMkLst>
            <pc:docMk/>
            <pc:sldMk cId="2526165858" sldId="325"/>
            <ac:picMk id="1026" creationId="{A595D6C3-80A1-DD5E-FC32-50030740FAAC}"/>
          </ac:picMkLst>
        </pc:picChg>
        <pc:picChg chg="add mod">
          <ac:chgData name="Champier, Thierry" userId="da6bee41-0230-426c-bbf3-a5302e8c23b7" providerId="ADAL" clId="{9354A1DD-26AA-459F-B6F1-7318332AE0A6}" dt="2023-03-01T09:32:07.957" v="359" actId="1076"/>
          <ac:picMkLst>
            <pc:docMk/>
            <pc:sldMk cId="2526165858" sldId="325"/>
            <ac:picMk id="2050" creationId="{8538981D-D82F-B34A-9E90-4092BE60320B}"/>
          </ac:picMkLst>
        </pc:picChg>
        <pc:cxnChg chg="add mod">
          <ac:chgData name="Champier, Thierry" userId="da6bee41-0230-426c-bbf3-a5302e8c23b7" providerId="ADAL" clId="{9354A1DD-26AA-459F-B6F1-7318332AE0A6}" dt="2023-03-01T09:33:37.305" v="368" actId="14100"/>
          <ac:cxnSpMkLst>
            <pc:docMk/>
            <pc:sldMk cId="2526165858" sldId="325"/>
            <ac:cxnSpMk id="10" creationId="{9E6139C9-F145-AA92-E5C6-F925EFC466B0}"/>
          </ac:cxnSpMkLst>
        </pc:cxnChg>
        <pc:cxnChg chg="add mod">
          <ac:chgData name="Champier, Thierry" userId="da6bee41-0230-426c-bbf3-a5302e8c23b7" providerId="ADAL" clId="{9354A1DD-26AA-459F-B6F1-7318332AE0A6}" dt="2023-03-01T09:33:03.518" v="367" actId="14100"/>
          <ac:cxnSpMkLst>
            <pc:docMk/>
            <pc:sldMk cId="2526165858" sldId="325"/>
            <ac:cxnSpMk id="12" creationId="{9221AADE-9D29-E2F2-3F38-554B272C6714}"/>
          </ac:cxnSpMkLst>
        </pc:cxnChg>
      </pc:sldChg>
      <pc:sldChg chg="addSp delSp modSp mod">
        <pc:chgData name="Champier, Thierry" userId="da6bee41-0230-426c-bbf3-a5302e8c23b7" providerId="ADAL" clId="{9354A1DD-26AA-459F-B6F1-7318332AE0A6}" dt="2023-03-01T12:09:36.627" v="797" actId="20577"/>
        <pc:sldMkLst>
          <pc:docMk/>
          <pc:sldMk cId="955640558" sldId="326"/>
        </pc:sldMkLst>
        <pc:spChg chg="mod">
          <ac:chgData name="Champier, Thierry" userId="da6bee41-0230-426c-bbf3-a5302e8c23b7" providerId="ADAL" clId="{9354A1DD-26AA-459F-B6F1-7318332AE0A6}" dt="2023-03-01T10:18:26.152" v="784" actId="20577"/>
          <ac:spMkLst>
            <pc:docMk/>
            <pc:sldMk cId="955640558" sldId="326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12:09:36.627" v="797" actId="20577"/>
          <ac:spMkLst>
            <pc:docMk/>
            <pc:sldMk cId="955640558" sldId="326"/>
            <ac:spMk id="15" creationId="{2B317100-8972-4005-88C4-086877A57ED7}"/>
          </ac:spMkLst>
        </pc:spChg>
        <pc:picChg chg="add del mod">
          <ac:chgData name="Champier, Thierry" userId="da6bee41-0230-426c-bbf3-a5302e8c23b7" providerId="ADAL" clId="{9354A1DD-26AA-459F-B6F1-7318332AE0A6}" dt="2023-03-01T12:07:17.022" v="786" actId="478"/>
          <ac:picMkLst>
            <pc:docMk/>
            <pc:sldMk cId="955640558" sldId="326"/>
            <ac:picMk id="4" creationId="{BF152106-5452-45D8-7EB9-DE77FAF8A56A}"/>
          </ac:picMkLst>
        </pc:picChg>
        <pc:picChg chg="add mod ord">
          <ac:chgData name="Champier, Thierry" userId="da6bee41-0230-426c-bbf3-a5302e8c23b7" providerId="ADAL" clId="{9354A1DD-26AA-459F-B6F1-7318332AE0A6}" dt="2023-03-01T12:07:37.875" v="792" actId="171"/>
          <ac:picMkLst>
            <pc:docMk/>
            <pc:sldMk cId="955640558" sldId="326"/>
            <ac:picMk id="6" creationId="{8B37A9B1-64D3-F510-DB82-B127F279D2D1}"/>
          </ac:picMkLst>
        </pc:picChg>
        <pc:picChg chg="add mod">
          <ac:chgData name="Champier, Thierry" userId="da6bee41-0230-426c-bbf3-a5302e8c23b7" providerId="ADAL" clId="{9354A1DD-26AA-459F-B6F1-7318332AE0A6}" dt="2023-03-01T09:17:16.103" v="100" actId="1076"/>
          <ac:picMkLst>
            <pc:docMk/>
            <pc:sldMk cId="955640558" sldId="326"/>
            <ac:picMk id="1026" creationId="{F0ADB03E-30BA-B4B3-2DA5-0BE18B474827}"/>
          </ac:picMkLst>
        </pc:picChg>
        <pc:picChg chg="add mod">
          <ac:chgData name="Champier, Thierry" userId="da6bee41-0230-426c-bbf3-a5302e8c23b7" providerId="ADAL" clId="{9354A1DD-26AA-459F-B6F1-7318332AE0A6}" dt="2023-03-01T09:17:17.595" v="101" actId="1076"/>
          <ac:picMkLst>
            <pc:docMk/>
            <pc:sldMk cId="955640558" sldId="326"/>
            <ac:picMk id="1028" creationId="{ED2BBD38-53BB-9DF1-8A75-96CF2F35A307}"/>
          </ac:picMkLst>
        </pc:picChg>
        <pc:picChg chg="del">
          <ac:chgData name="Champier, Thierry" userId="da6bee41-0230-426c-bbf3-a5302e8c23b7" providerId="ADAL" clId="{9354A1DD-26AA-459F-B6F1-7318332AE0A6}" dt="2023-03-01T09:10:44.938" v="47" actId="478"/>
          <ac:picMkLst>
            <pc:docMk/>
            <pc:sldMk cId="955640558" sldId="326"/>
            <ac:picMk id="2050" creationId="{D88B7C7B-5842-3A40-E311-446223F946CA}"/>
          </ac:picMkLst>
        </pc:picChg>
      </pc:sldChg>
      <pc:sldChg chg="addSp delSp modSp add mod">
        <pc:chgData name="Champier, Thierry" userId="da6bee41-0230-426c-bbf3-a5302e8c23b7" providerId="ADAL" clId="{9354A1DD-26AA-459F-B6F1-7318332AE0A6}" dt="2023-03-01T12:22:46.982" v="799"/>
        <pc:sldMkLst>
          <pc:docMk/>
          <pc:sldMk cId="4203537641" sldId="327"/>
        </pc:sldMkLst>
        <pc:spChg chg="mod">
          <ac:chgData name="Champier, Thierry" userId="da6bee41-0230-426c-bbf3-a5302e8c23b7" providerId="ADAL" clId="{9354A1DD-26AA-459F-B6F1-7318332AE0A6}" dt="2023-03-01T09:45:54.174" v="473" actId="20577"/>
          <ac:spMkLst>
            <pc:docMk/>
            <pc:sldMk cId="4203537641" sldId="327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12:22:46.982" v="799"/>
          <ac:spMkLst>
            <pc:docMk/>
            <pc:sldMk cId="4203537641" sldId="327"/>
            <ac:spMk id="15" creationId="{2B317100-8972-4005-88C4-086877A57ED7}"/>
          </ac:spMkLst>
        </pc:spChg>
        <pc:picChg chg="add mod">
          <ac:chgData name="Champier, Thierry" userId="da6bee41-0230-426c-bbf3-a5302e8c23b7" providerId="ADAL" clId="{9354A1DD-26AA-459F-B6F1-7318332AE0A6}" dt="2023-03-01T09:36:28.644" v="460" actId="1076"/>
          <ac:picMkLst>
            <pc:docMk/>
            <pc:sldMk cId="4203537641" sldId="327"/>
            <ac:picMk id="4" creationId="{F36395B2-3667-6F98-A5FF-24DC3414AC9A}"/>
          </ac:picMkLst>
        </pc:picChg>
        <pc:picChg chg="del">
          <ac:chgData name="Champier, Thierry" userId="da6bee41-0230-426c-bbf3-a5302e8c23b7" providerId="ADAL" clId="{9354A1DD-26AA-459F-B6F1-7318332AE0A6}" dt="2023-03-01T09:34:00.653" v="371" actId="478"/>
          <ac:picMkLst>
            <pc:docMk/>
            <pc:sldMk cId="4203537641" sldId="327"/>
            <ac:picMk id="5" creationId="{C4A6A13D-AC35-8846-52C9-E31BA9486A0A}"/>
          </ac:picMkLst>
        </pc:picChg>
        <pc:picChg chg="del">
          <ac:chgData name="Champier, Thierry" userId="da6bee41-0230-426c-bbf3-a5302e8c23b7" providerId="ADAL" clId="{9354A1DD-26AA-459F-B6F1-7318332AE0A6}" dt="2023-03-01T09:33:58.893" v="369" actId="478"/>
          <ac:picMkLst>
            <pc:docMk/>
            <pc:sldMk cId="4203537641" sldId="327"/>
            <ac:picMk id="7" creationId="{785F6B85-2B2A-297F-110F-F029842CA308}"/>
          </ac:picMkLst>
        </pc:picChg>
        <pc:picChg chg="add mod">
          <ac:chgData name="Champier, Thierry" userId="da6bee41-0230-426c-bbf3-a5302e8c23b7" providerId="ADAL" clId="{9354A1DD-26AA-459F-B6F1-7318332AE0A6}" dt="2023-03-01T09:45:35.864" v="466" actId="14100"/>
          <ac:picMkLst>
            <pc:docMk/>
            <pc:sldMk cId="4203537641" sldId="327"/>
            <ac:picMk id="8" creationId="{B8F2F683-5FE9-578B-1BC1-B154B34765E4}"/>
          </ac:picMkLst>
        </pc:picChg>
        <pc:picChg chg="del">
          <ac:chgData name="Champier, Thierry" userId="da6bee41-0230-426c-bbf3-a5302e8c23b7" providerId="ADAL" clId="{9354A1DD-26AA-459F-B6F1-7318332AE0A6}" dt="2023-03-01T09:33:59.549" v="370" actId="478"/>
          <ac:picMkLst>
            <pc:docMk/>
            <pc:sldMk cId="4203537641" sldId="327"/>
            <ac:picMk id="1026" creationId="{A595D6C3-80A1-DD5E-FC32-50030740FAAC}"/>
          </ac:picMkLst>
        </pc:picChg>
        <pc:cxnChg chg="add mod">
          <ac:chgData name="Champier, Thierry" userId="da6bee41-0230-426c-bbf3-a5302e8c23b7" providerId="ADAL" clId="{9354A1DD-26AA-459F-B6F1-7318332AE0A6}" dt="2023-03-01T09:45:45.884" v="469" actId="14100"/>
          <ac:cxnSpMkLst>
            <pc:docMk/>
            <pc:sldMk cId="4203537641" sldId="327"/>
            <ac:cxnSpMk id="9" creationId="{CE80AE7A-2147-BB6B-04A1-D28B3D84E1CF}"/>
          </ac:cxnSpMkLst>
        </pc:cxnChg>
      </pc:sldChg>
      <pc:sldChg chg="addSp delSp modSp add mod">
        <pc:chgData name="Champier, Thierry" userId="da6bee41-0230-426c-bbf3-a5302e8c23b7" providerId="ADAL" clId="{9354A1DD-26AA-459F-B6F1-7318332AE0A6}" dt="2023-03-01T12:23:57.098" v="801" actId="20577"/>
        <pc:sldMkLst>
          <pc:docMk/>
          <pc:sldMk cId="3958081457" sldId="328"/>
        </pc:sldMkLst>
        <pc:spChg chg="mod">
          <ac:chgData name="Champier, Thierry" userId="da6bee41-0230-426c-bbf3-a5302e8c23b7" providerId="ADAL" clId="{9354A1DD-26AA-459F-B6F1-7318332AE0A6}" dt="2023-03-01T09:53:10.059" v="588" actId="20577"/>
          <ac:spMkLst>
            <pc:docMk/>
            <pc:sldMk cId="3958081457" sldId="328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12:23:57.098" v="801" actId="20577"/>
          <ac:spMkLst>
            <pc:docMk/>
            <pc:sldMk cId="3958081457" sldId="328"/>
            <ac:spMk id="15" creationId="{2B317100-8972-4005-88C4-086877A57ED7}"/>
          </ac:spMkLst>
        </pc:spChg>
        <pc:picChg chg="del">
          <ac:chgData name="Champier, Thierry" userId="da6bee41-0230-426c-bbf3-a5302e8c23b7" providerId="ADAL" clId="{9354A1DD-26AA-459F-B6F1-7318332AE0A6}" dt="2023-03-01T09:51:05.301" v="560" actId="478"/>
          <ac:picMkLst>
            <pc:docMk/>
            <pc:sldMk cId="3958081457" sldId="328"/>
            <ac:picMk id="4" creationId="{F36395B2-3667-6F98-A5FF-24DC3414AC9A}"/>
          </ac:picMkLst>
        </pc:picChg>
        <pc:picChg chg="add mod">
          <ac:chgData name="Champier, Thierry" userId="da6bee41-0230-426c-bbf3-a5302e8c23b7" providerId="ADAL" clId="{9354A1DD-26AA-459F-B6F1-7318332AE0A6}" dt="2023-03-01T09:52:03.892" v="567" actId="1076"/>
          <ac:picMkLst>
            <pc:docMk/>
            <pc:sldMk cId="3958081457" sldId="328"/>
            <ac:picMk id="5" creationId="{BECFF220-0D50-8CD1-9733-E3D5DE11B279}"/>
          </ac:picMkLst>
        </pc:picChg>
        <pc:picChg chg="del">
          <ac:chgData name="Champier, Thierry" userId="da6bee41-0230-426c-bbf3-a5302e8c23b7" providerId="ADAL" clId="{9354A1DD-26AA-459F-B6F1-7318332AE0A6}" dt="2023-03-01T09:51:06.245" v="561" actId="478"/>
          <ac:picMkLst>
            <pc:docMk/>
            <pc:sldMk cId="3958081457" sldId="328"/>
            <ac:picMk id="8" creationId="{B8F2F683-5FE9-578B-1BC1-B154B34765E4}"/>
          </ac:picMkLst>
        </pc:picChg>
        <pc:picChg chg="add mod">
          <ac:chgData name="Champier, Thierry" userId="da6bee41-0230-426c-bbf3-a5302e8c23b7" providerId="ADAL" clId="{9354A1DD-26AA-459F-B6F1-7318332AE0A6}" dt="2023-03-01T09:52:38.004" v="575" actId="1076"/>
          <ac:picMkLst>
            <pc:docMk/>
            <pc:sldMk cId="3958081457" sldId="328"/>
            <ac:picMk id="10" creationId="{82750893-9FAC-A52E-5C75-0638BC1232D2}"/>
          </ac:picMkLst>
        </pc:picChg>
        <pc:picChg chg="add mod">
          <ac:chgData name="Champier, Thierry" userId="da6bee41-0230-426c-bbf3-a5302e8c23b7" providerId="ADAL" clId="{9354A1DD-26AA-459F-B6F1-7318332AE0A6}" dt="2023-03-01T09:52:12.083" v="568" actId="1076"/>
          <ac:picMkLst>
            <pc:docMk/>
            <pc:sldMk cId="3958081457" sldId="328"/>
            <ac:picMk id="3074" creationId="{76BF2C9C-78FD-8C3D-DC00-14C4A68384F1}"/>
          </ac:picMkLst>
        </pc:picChg>
        <pc:cxnChg chg="mod ord">
          <ac:chgData name="Champier, Thierry" userId="da6bee41-0230-426c-bbf3-a5302e8c23b7" providerId="ADAL" clId="{9354A1DD-26AA-459F-B6F1-7318332AE0A6}" dt="2023-03-01T09:52:23.649" v="572" actId="14100"/>
          <ac:cxnSpMkLst>
            <pc:docMk/>
            <pc:sldMk cId="3958081457" sldId="328"/>
            <ac:cxnSpMk id="9" creationId="{CE80AE7A-2147-BB6B-04A1-D28B3D84E1CF}"/>
          </ac:cxnSpMkLst>
        </pc:cxnChg>
        <pc:cxnChg chg="add mod">
          <ac:chgData name="Champier, Thierry" userId="da6bee41-0230-426c-bbf3-a5302e8c23b7" providerId="ADAL" clId="{9354A1DD-26AA-459F-B6F1-7318332AE0A6}" dt="2023-03-01T09:52:49.419" v="579" actId="14100"/>
          <ac:cxnSpMkLst>
            <pc:docMk/>
            <pc:sldMk cId="3958081457" sldId="328"/>
            <ac:cxnSpMk id="11" creationId="{C905DB2B-4244-B482-893A-C3434F3D5DB1}"/>
          </ac:cxnSpMkLst>
        </pc:cxnChg>
      </pc:sldChg>
      <pc:sldChg chg="addSp delSp modSp add mod">
        <pc:chgData name="Champier, Thierry" userId="da6bee41-0230-426c-bbf3-a5302e8c23b7" providerId="ADAL" clId="{9354A1DD-26AA-459F-B6F1-7318332AE0A6}" dt="2023-03-01T12:39:39.135" v="803" actId="20577"/>
        <pc:sldMkLst>
          <pc:docMk/>
          <pc:sldMk cId="1089965367" sldId="329"/>
        </pc:sldMkLst>
        <pc:spChg chg="mod">
          <ac:chgData name="Champier, Thierry" userId="da6bee41-0230-426c-bbf3-a5302e8c23b7" providerId="ADAL" clId="{9354A1DD-26AA-459F-B6F1-7318332AE0A6}" dt="2023-03-01T09:53:06.700" v="586" actId="20577"/>
          <ac:spMkLst>
            <pc:docMk/>
            <pc:sldMk cId="1089965367" sldId="329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12:39:39.135" v="803" actId="20577"/>
          <ac:spMkLst>
            <pc:docMk/>
            <pc:sldMk cId="1089965367" sldId="329"/>
            <ac:spMk id="15" creationId="{2B317100-8972-4005-88C4-086877A57ED7}"/>
          </ac:spMkLst>
        </pc:spChg>
        <pc:picChg chg="add mod">
          <ac:chgData name="Champier, Thierry" userId="da6bee41-0230-426c-bbf3-a5302e8c23b7" providerId="ADAL" clId="{9354A1DD-26AA-459F-B6F1-7318332AE0A6}" dt="2023-03-01T09:55:23.832" v="651" actId="1076"/>
          <ac:picMkLst>
            <pc:docMk/>
            <pc:sldMk cId="1089965367" sldId="329"/>
            <ac:picMk id="4" creationId="{BAD0435D-F7F5-52E5-C0A7-89D5D8AB530F}"/>
          </ac:picMkLst>
        </pc:picChg>
        <pc:picChg chg="del">
          <ac:chgData name="Champier, Thierry" userId="da6bee41-0230-426c-bbf3-a5302e8c23b7" providerId="ADAL" clId="{9354A1DD-26AA-459F-B6F1-7318332AE0A6}" dt="2023-03-01T09:53:47.995" v="642" actId="478"/>
          <ac:picMkLst>
            <pc:docMk/>
            <pc:sldMk cId="1089965367" sldId="329"/>
            <ac:picMk id="5" creationId="{BECFF220-0D50-8CD1-9733-E3D5DE11B279}"/>
          </ac:picMkLst>
        </pc:picChg>
        <pc:picChg chg="del">
          <ac:chgData name="Champier, Thierry" userId="da6bee41-0230-426c-bbf3-a5302e8c23b7" providerId="ADAL" clId="{9354A1DD-26AA-459F-B6F1-7318332AE0A6}" dt="2023-03-01T09:53:48.499" v="643" actId="478"/>
          <ac:picMkLst>
            <pc:docMk/>
            <pc:sldMk cId="1089965367" sldId="329"/>
            <ac:picMk id="10" creationId="{82750893-9FAC-A52E-5C75-0638BC1232D2}"/>
          </ac:picMkLst>
        </pc:picChg>
        <pc:picChg chg="del">
          <ac:chgData name="Champier, Thierry" userId="da6bee41-0230-426c-bbf3-a5302e8c23b7" providerId="ADAL" clId="{9354A1DD-26AA-459F-B6F1-7318332AE0A6}" dt="2023-03-01T09:53:49.123" v="644" actId="478"/>
          <ac:picMkLst>
            <pc:docMk/>
            <pc:sldMk cId="1089965367" sldId="329"/>
            <ac:picMk id="3074" creationId="{76BF2C9C-78FD-8C3D-DC00-14C4A68384F1}"/>
          </ac:picMkLst>
        </pc:picChg>
        <pc:picChg chg="add mod">
          <ac:chgData name="Champier, Thierry" userId="da6bee41-0230-426c-bbf3-a5302e8c23b7" providerId="ADAL" clId="{9354A1DD-26AA-459F-B6F1-7318332AE0A6}" dt="2023-03-01T09:55:22.182" v="650" actId="1076"/>
          <ac:picMkLst>
            <pc:docMk/>
            <pc:sldMk cId="1089965367" sldId="329"/>
            <ac:picMk id="5122" creationId="{2F8DDC3D-FFB8-E3CF-9358-941801430569}"/>
          </ac:picMkLst>
        </pc:picChg>
        <pc:cxnChg chg="mod ord">
          <ac:chgData name="Champier, Thierry" userId="da6bee41-0230-426c-bbf3-a5302e8c23b7" providerId="ADAL" clId="{9354A1DD-26AA-459F-B6F1-7318332AE0A6}" dt="2023-03-01T09:55:35.870" v="655" actId="14100"/>
          <ac:cxnSpMkLst>
            <pc:docMk/>
            <pc:sldMk cId="1089965367" sldId="329"/>
            <ac:cxnSpMk id="9" creationId="{CE80AE7A-2147-BB6B-04A1-D28B3D84E1CF}"/>
          </ac:cxnSpMkLst>
        </pc:cxnChg>
        <pc:cxnChg chg="del">
          <ac:chgData name="Champier, Thierry" userId="da6bee41-0230-426c-bbf3-a5302e8c23b7" providerId="ADAL" clId="{9354A1DD-26AA-459F-B6F1-7318332AE0A6}" dt="2023-03-01T09:53:50.099" v="645" actId="478"/>
          <ac:cxnSpMkLst>
            <pc:docMk/>
            <pc:sldMk cId="1089965367" sldId="329"/>
            <ac:cxnSpMk id="11" creationId="{C905DB2B-4244-B482-893A-C3434F3D5DB1}"/>
          </ac:cxnSpMkLst>
        </pc:cxnChg>
      </pc:sldChg>
      <pc:sldChg chg="addSp delSp modSp add mod">
        <pc:chgData name="Champier, Thierry" userId="da6bee41-0230-426c-bbf3-a5302e8c23b7" providerId="ADAL" clId="{9354A1DD-26AA-459F-B6F1-7318332AE0A6}" dt="2023-03-01T10:18:05.836" v="778" actId="14100"/>
        <pc:sldMkLst>
          <pc:docMk/>
          <pc:sldMk cId="3378188375" sldId="330"/>
        </pc:sldMkLst>
        <pc:spChg chg="mod">
          <ac:chgData name="Champier, Thierry" userId="da6bee41-0230-426c-bbf3-a5302e8c23b7" providerId="ADAL" clId="{9354A1DD-26AA-459F-B6F1-7318332AE0A6}" dt="2023-03-01T10:15:54.473" v="658" actId="20577"/>
          <ac:spMkLst>
            <pc:docMk/>
            <pc:sldMk cId="3378188375" sldId="330"/>
            <ac:spMk id="3" creationId="{00000000-0000-0000-0000-000000000000}"/>
          </ac:spMkLst>
        </pc:spChg>
        <pc:spChg chg="mod">
          <ac:chgData name="Champier, Thierry" userId="da6bee41-0230-426c-bbf3-a5302e8c23b7" providerId="ADAL" clId="{9354A1DD-26AA-459F-B6F1-7318332AE0A6}" dt="2023-03-01T10:16:38.394" v="754" actId="20577"/>
          <ac:spMkLst>
            <pc:docMk/>
            <pc:sldMk cId="3378188375" sldId="330"/>
            <ac:spMk id="15" creationId="{2B317100-8972-4005-88C4-086877A57ED7}"/>
          </ac:spMkLst>
        </pc:spChg>
        <pc:picChg chg="del">
          <ac:chgData name="Champier, Thierry" userId="da6bee41-0230-426c-bbf3-a5302e8c23b7" providerId="ADAL" clId="{9354A1DD-26AA-459F-B6F1-7318332AE0A6}" dt="2023-03-01T10:16:42.929" v="755" actId="478"/>
          <ac:picMkLst>
            <pc:docMk/>
            <pc:sldMk cId="3378188375" sldId="330"/>
            <ac:picMk id="4" creationId="{BAD0435D-F7F5-52E5-C0A7-89D5D8AB530F}"/>
          </ac:picMkLst>
        </pc:picChg>
        <pc:picChg chg="add mod">
          <ac:chgData name="Champier, Thierry" userId="da6bee41-0230-426c-bbf3-a5302e8c23b7" providerId="ADAL" clId="{9354A1DD-26AA-459F-B6F1-7318332AE0A6}" dt="2023-03-01T10:16:51.554" v="759" actId="1076"/>
          <ac:picMkLst>
            <pc:docMk/>
            <pc:sldMk cId="3378188375" sldId="330"/>
            <ac:picMk id="5" creationId="{AF5DA0C1-F5DE-1208-F7FC-78A126BF32B3}"/>
          </ac:picMkLst>
        </pc:picChg>
        <pc:picChg chg="add mod">
          <ac:chgData name="Champier, Thierry" userId="da6bee41-0230-426c-bbf3-a5302e8c23b7" providerId="ADAL" clId="{9354A1DD-26AA-459F-B6F1-7318332AE0A6}" dt="2023-03-01T10:17:26.815" v="772" actId="1076"/>
          <ac:picMkLst>
            <pc:docMk/>
            <pc:sldMk cId="3378188375" sldId="330"/>
            <ac:picMk id="7" creationId="{C9BB84CE-07A5-B9E4-6621-393F84272C45}"/>
          </ac:picMkLst>
        </pc:picChg>
        <pc:picChg chg="add mod">
          <ac:chgData name="Champier, Thierry" userId="da6bee41-0230-426c-bbf3-a5302e8c23b7" providerId="ADAL" clId="{9354A1DD-26AA-459F-B6F1-7318332AE0A6}" dt="2023-03-01T10:17:28.230" v="773" actId="1076"/>
          <ac:picMkLst>
            <pc:docMk/>
            <pc:sldMk cId="3378188375" sldId="330"/>
            <ac:picMk id="11" creationId="{E1FABE61-341D-BCE7-88DD-0D8B1FAA6411}"/>
          </ac:picMkLst>
        </pc:picChg>
        <pc:picChg chg="del">
          <ac:chgData name="Champier, Thierry" userId="da6bee41-0230-426c-bbf3-a5302e8c23b7" providerId="ADAL" clId="{9354A1DD-26AA-459F-B6F1-7318332AE0A6}" dt="2023-03-01T10:16:43.881" v="756" actId="478"/>
          <ac:picMkLst>
            <pc:docMk/>
            <pc:sldMk cId="3378188375" sldId="330"/>
            <ac:picMk id="5122" creationId="{2F8DDC3D-FFB8-E3CF-9358-941801430569}"/>
          </ac:picMkLst>
        </pc:picChg>
        <pc:cxnChg chg="mod ord">
          <ac:chgData name="Champier, Thierry" userId="da6bee41-0230-426c-bbf3-a5302e8c23b7" providerId="ADAL" clId="{9354A1DD-26AA-459F-B6F1-7318332AE0A6}" dt="2023-03-01T10:17:10.950" v="765" actId="14100"/>
          <ac:cxnSpMkLst>
            <pc:docMk/>
            <pc:sldMk cId="3378188375" sldId="330"/>
            <ac:cxnSpMk id="9" creationId="{CE80AE7A-2147-BB6B-04A1-D28B3D84E1CF}"/>
          </ac:cxnSpMkLst>
        </pc:cxnChg>
        <pc:cxnChg chg="add mod">
          <ac:chgData name="Champier, Thierry" userId="da6bee41-0230-426c-bbf3-a5302e8c23b7" providerId="ADAL" clId="{9354A1DD-26AA-459F-B6F1-7318332AE0A6}" dt="2023-03-01T10:18:05.836" v="778" actId="14100"/>
          <ac:cxnSpMkLst>
            <pc:docMk/>
            <pc:sldMk cId="3378188375" sldId="330"/>
            <ac:cxnSpMk id="12" creationId="{0A730EE9-73F8-3634-E4D2-0B04F034386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21" cy="511382"/>
          </a:xfrm>
          <a:prstGeom prst="rect">
            <a:avLst/>
          </a:prstGeom>
        </p:spPr>
        <p:txBody>
          <a:bodyPr vert="horz" lIns="97073" tIns="48536" rIns="97073" bIns="4853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137" y="0"/>
            <a:ext cx="3078321" cy="511382"/>
          </a:xfrm>
          <a:prstGeom prst="rect">
            <a:avLst/>
          </a:prstGeom>
        </p:spPr>
        <p:txBody>
          <a:bodyPr vert="horz" lIns="97073" tIns="48536" rIns="97073" bIns="48536" rtlCol="0"/>
          <a:lstStyle>
            <a:lvl1pPr algn="r">
              <a:defRPr sz="1300"/>
            </a:lvl1pPr>
          </a:lstStyle>
          <a:p>
            <a:fld id="{36635DC1-160F-F148-B4B0-F20D289C3DEA}" type="datetime1">
              <a:rPr lang="en-US" smtClean="0"/>
              <a:t>3/1/2023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486"/>
            <a:ext cx="3078321" cy="511382"/>
          </a:xfrm>
          <a:prstGeom prst="rect">
            <a:avLst/>
          </a:prstGeom>
        </p:spPr>
        <p:txBody>
          <a:bodyPr vert="horz" lIns="97073" tIns="48536" rIns="97073" bIns="4853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137" y="9721486"/>
            <a:ext cx="3078321" cy="511382"/>
          </a:xfrm>
          <a:prstGeom prst="rect">
            <a:avLst/>
          </a:prstGeom>
        </p:spPr>
        <p:txBody>
          <a:bodyPr vert="horz" lIns="97073" tIns="48536" rIns="97073" bIns="48536" rtlCol="0" anchor="b"/>
          <a:lstStyle>
            <a:lvl1pPr algn="r">
              <a:defRPr sz="1300"/>
            </a:lvl1pPr>
          </a:lstStyle>
          <a:p>
            <a:fld id="{5885E9F2-8D46-D145-902E-522B45371B3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224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3" tIns="49536" rIns="99073" bIns="4953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9073" tIns="49536" rIns="99073" bIns="49536" rtlCol="0"/>
          <a:lstStyle>
            <a:lvl1pPr algn="r">
              <a:defRPr sz="1300"/>
            </a:lvl1pPr>
          </a:lstStyle>
          <a:p>
            <a:fld id="{1ACF3AB1-7B08-1D4B-88F3-1FA04FCB3CFE}" type="datetime1">
              <a:rPr lang="en-US" smtClean="0"/>
              <a:t>3/1/2023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3" tIns="49536" rIns="99073" bIns="4953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73" tIns="49536" rIns="99073" bIns="4953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3" tIns="49536" rIns="99073" bIns="4953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9073" tIns="49536" rIns="99073" bIns="49536" rtlCol="0" anchor="b"/>
          <a:lstStyle>
            <a:lvl1pPr algn="r">
              <a:defRPr sz="1300"/>
            </a:lvl1pPr>
          </a:lstStyle>
          <a:p>
            <a:fld id="{F51F2C51-49A6-4F28-ABE1-0891AAE1E7F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122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Tex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/>
          <p:cNvCxnSpPr/>
          <p:nvPr/>
        </p:nvCxnSpPr>
        <p:spPr>
          <a:xfrm>
            <a:off x="0" y="6324600"/>
            <a:ext cx="9144000" cy="0"/>
          </a:xfrm>
          <a:prstGeom prst="line">
            <a:avLst/>
          </a:prstGeom>
          <a:ln>
            <a:solidFill>
              <a:srgbClr val="415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447800"/>
            <a:ext cx="7924800" cy="4572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 |  MODEL NAME</a:t>
            </a:r>
          </a:p>
          <a:p>
            <a:pPr lvl="0"/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600200" y="2743200"/>
            <a:ext cx="6477000" cy="29718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Product silhouette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26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Tex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371600"/>
            <a:ext cx="6705600" cy="371468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0" y="6324600"/>
            <a:ext cx="9144000" cy="0"/>
          </a:xfrm>
          <a:prstGeom prst="line">
            <a:avLst/>
          </a:prstGeom>
          <a:ln>
            <a:solidFill>
              <a:srgbClr val="415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</p:spTree>
    <p:extLst>
      <p:ext uri="{BB962C8B-B14F-4D97-AF65-F5344CB8AC3E}">
        <p14:creationId xmlns:p14="http://schemas.microsoft.com/office/powerpoint/2010/main" val="319114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648200" y="1752600"/>
            <a:ext cx="2895600" cy="2209800"/>
          </a:xfrm>
          <a:prstGeom prst="rect">
            <a:avLst/>
          </a:prstGeom>
        </p:spPr>
        <p:txBody>
          <a:bodyPr vert="horz"/>
          <a:lstStyle>
            <a:lvl1pPr marL="171450" indent="-171450">
              <a:buFont typeface="Arial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1200" dirty="0">
                <a:latin typeface="Verdana"/>
                <a:cs typeface="Verdana"/>
              </a:rPr>
              <a:t>Bullet one</a:t>
            </a:r>
          </a:p>
          <a:p>
            <a:r>
              <a:rPr lang="en-US" sz="1200" dirty="0">
                <a:latin typeface="Verdana"/>
                <a:cs typeface="Verdana"/>
              </a:rPr>
              <a:t>Bullet two</a:t>
            </a:r>
          </a:p>
          <a:p>
            <a:r>
              <a:rPr lang="en-US" sz="1200" dirty="0">
                <a:latin typeface="Verdana"/>
                <a:cs typeface="Verdana"/>
              </a:rPr>
              <a:t>Bullet three</a:t>
            </a:r>
          </a:p>
          <a:p>
            <a:r>
              <a:rPr lang="en-US" sz="1200" dirty="0">
                <a:latin typeface="Verdana"/>
                <a:cs typeface="Verdana"/>
              </a:rPr>
              <a:t>Bullet four</a:t>
            </a:r>
          </a:p>
          <a:p>
            <a:r>
              <a:rPr lang="en-US" sz="1200" dirty="0">
                <a:latin typeface="Verdana"/>
                <a:cs typeface="Verdana"/>
              </a:rPr>
              <a:t>Bullet five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219200"/>
            <a:ext cx="2898648" cy="30449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pPr lvl="0"/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6324600"/>
            <a:ext cx="9144000" cy="0"/>
          </a:xfrm>
          <a:prstGeom prst="line">
            <a:avLst/>
          </a:prstGeom>
          <a:ln>
            <a:solidFill>
              <a:srgbClr val="415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72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295400"/>
            <a:ext cx="3429000" cy="419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76800" y="1295400"/>
            <a:ext cx="3429000" cy="419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 on right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6324600"/>
            <a:ext cx="9144000" cy="0"/>
          </a:xfrm>
          <a:prstGeom prst="line">
            <a:avLst/>
          </a:prstGeom>
          <a:ln>
            <a:solidFill>
              <a:srgbClr val="415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 3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09353"/>
          </a:xfrm>
          <a:prstGeom prst="rect">
            <a:avLst/>
          </a:prstGeom>
        </p:spPr>
      </p:pic>
      <p:sp>
        <p:nvSpPr>
          <p:cNvPr id="26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1295400"/>
            <a:ext cx="3429000" cy="419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14400" y="1295400"/>
            <a:ext cx="3429000" cy="419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 on left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6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90600" y="3657600"/>
            <a:ext cx="2895600" cy="1600200"/>
          </a:xfrm>
          <a:prstGeom prst="rect">
            <a:avLst/>
          </a:prstGeom>
        </p:spPr>
        <p:txBody>
          <a:bodyPr vert="horz"/>
          <a:lstStyle>
            <a:lvl1pPr marL="171450" indent="-171450">
              <a:buFont typeface="Arial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1200" dirty="0">
                <a:latin typeface="Verdana"/>
                <a:cs typeface="Verdana"/>
              </a:rPr>
              <a:t>Bullet one</a:t>
            </a:r>
          </a:p>
          <a:p>
            <a:r>
              <a:rPr lang="en-US" sz="1200" dirty="0">
                <a:latin typeface="Verdana"/>
                <a:cs typeface="Verdana"/>
              </a:rPr>
              <a:t>Bullet two</a:t>
            </a:r>
          </a:p>
          <a:p>
            <a:r>
              <a:rPr lang="en-US" sz="1200" dirty="0">
                <a:latin typeface="Verdana"/>
                <a:cs typeface="Verdana"/>
              </a:rPr>
              <a:t>Bullet three</a:t>
            </a:r>
          </a:p>
          <a:p>
            <a:r>
              <a:rPr lang="en-US" sz="1200" dirty="0">
                <a:latin typeface="Verdana"/>
                <a:cs typeface="Verdana"/>
              </a:rPr>
              <a:t>Bullet four</a:t>
            </a:r>
          </a:p>
          <a:p>
            <a:r>
              <a:rPr lang="en-US" sz="1200" dirty="0">
                <a:latin typeface="Verdana"/>
                <a:cs typeface="Verdana"/>
              </a:rPr>
              <a:t>Bullet five</a:t>
            </a:r>
          </a:p>
        </p:txBody>
      </p:sp>
      <p:sp>
        <p:nvSpPr>
          <p:cNvPr id="3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800600" y="3657600"/>
            <a:ext cx="2895600" cy="1600200"/>
          </a:xfrm>
          <a:prstGeom prst="rect">
            <a:avLst/>
          </a:prstGeom>
        </p:spPr>
        <p:txBody>
          <a:bodyPr vert="horz"/>
          <a:lstStyle>
            <a:lvl1pPr marL="171450" indent="-171450">
              <a:buFont typeface="Arial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1200" dirty="0">
                <a:latin typeface="Verdana"/>
                <a:cs typeface="Verdana"/>
              </a:rPr>
              <a:t>Bullet one</a:t>
            </a:r>
          </a:p>
          <a:p>
            <a:r>
              <a:rPr lang="en-US" sz="1200" dirty="0">
                <a:latin typeface="Verdana"/>
                <a:cs typeface="Verdana"/>
              </a:rPr>
              <a:t>Bullet two</a:t>
            </a:r>
          </a:p>
          <a:p>
            <a:r>
              <a:rPr lang="en-US" sz="1200" dirty="0">
                <a:latin typeface="Verdana"/>
                <a:cs typeface="Verdana"/>
              </a:rPr>
              <a:t>Bullet three</a:t>
            </a:r>
          </a:p>
          <a:p>
            <a:r>
              <a:rPr lang="en-US" sz="1200" dirty="0">
                <a:latin typeface="Verdana"/>
                <a:cs typeface="Verdana"/>
              </a:rPr>
              <a:t>Bullet four</a:t>
            </a:r>
          </a:p>
          <a:p>
            <a:r>
              <a:rPr lang="en-US" sz="1200" dirty="0">
                <a:latin typeface="Verdana"/>
                <a:cs typeface="Verdana"/>
              </a:rPr>
              <a:t>Bullet five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314512"/>
            <a:ext cx="2898648" cy="21214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1295400"/>
            <a:ext cx="2898648" cy="21214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7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py with Images and Righ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632460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5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5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5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  <p:sp>
        <p:nvSpPr>
          <p:cNvPr id="63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533400" y="1066800"/>
            <a:ext cx="5105400" cy="2743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endParaRPr lang="en-US" dirty="0"/>
          </a:p>
        </p:txBody>
      </p:sp>
      <p:sp>
        <p:nvSpPr>
          <p:cNvPr id="30" name="Picture Placeholder 19"/>
          <p:cNvSpPr>
            <a:spLocks noGrp="1"/>
          </p:cNvSpPr>
          <p:nvPr>
            <p:ph type="pic" sz="quarter" idx="26" hasCustomPrompt="1"/>
          </p:nvPr>
        </p:nvSpPr>
        <p:spPr>
          <a:xfrm>
            <a:off x="533400" y="3962400"/>
            <a:ext cx="2362200" cy="1447800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</a:p>
          <a:p>
            <a:r>
              <a:rPr lang="en-US" dirty="0"/>
              <a:t>image</a:t>
            </a:r>
          </a:p>
        </p:txBody>
      </p:sp>
      <p:sp>
        <p:nvSpPr>
          <p:cNvPr id="31" name="Picture Placeholder 19"/>
          <p:cNvSpPr>
            <a:spLocks noGrp="1"/>
          </p:cNvSpPr>
          <p:nvPr>
            <p:ph type="pic" sz="quarter" idx="27" hasCustomPrompt="1"/>
          </p:nvPr>
        </p:nvSpPr>
        <p:spPr>
          <a:xfrm>
            <a:off x="3505200" y="3962400"/>
            <a:ext cx="2162175" cy="1447800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67750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Copy with Images and 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5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5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5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  <p:sp>
        <p:nvSpPr>
          <p:cNvPr id="63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3505200" y="1066800"/>
            <a:ext cx="5105400" cy="2743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b="0" i="0" u="none" strike="noStrike" kern="120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officil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itint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conectat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faccumet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occullam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facepudis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magnihiciis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estia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iditati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conem</a:t>
            </a:r>
            <a:endParaRPr lang="en-US" dirty="0"/>
          </a:p>
          <a:p>
            <a:endParaRPr lang="en-US" dirty="0"/>
          </a:p>
        </p:txBody>
      </p:sp>
      <p:sp>
        <p:nvSpPr>
          <p:cNvPr id="30" name="Picture Placeholder 19"/>
          <p:cNvSpPr>
            <a:spLocks noGrp="1"/>
          </p:cNvSpPr>
          <p:nvPr>
            <p:ph type="pic" sz="quarter" idx="26" hasCustomPrompt="1"/>
          </p:nvPr>
        </p:nvSpPr>
        <p:spPr>
          <a:xfrm>
            <a:off x="3505200" y="3962400"/>
            <a:ext cx="2362200" cy="1447800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</a:p>
          <a:p>
            <a:r>
              <a:rPr lang="en-US" dirty="0"/>
              <a:t>image</a:t>
            </a:r>
          </a:p>
        </p:txBody>
      </p:sp>
      <p:sp>
        <p:nvSpPr>
          <p:cNvPr id="31" name="Picture Placeholder 19"/>
          <p:cNvSpPr>
            <a:spLocks noGrp="1"/>
          </p:cNvSpPr>
          <p:nvPr>
            <p:ph type="pic" sz="quarter" idx="27" hasCustomPrompt="1"/>
          </p:nvPr>
        </p:nvSpPr>
        <p:spPr>
          <a:xfrm>
            <a:off x="6477000" y="3962400"/>
            <a:ext cx="2162175" cy="1447800"/>
          </a:xfrm>
          <a:prstGeom prst="rect">
            <a:avLst/>
          </a:prstGeom>
          <a:noFill/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17454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with Copy and Righ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>
          <a:xfrm>
            <a:off x="632460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24" name="Picture Placeholder 19"/>
          <p:cNvSpPr>
            <a:spLocks noGrp="1"/>
          </p:cNvSpPr>
          <p:nvPr>
            <p:ph type="pic" sz="quarter" idx="19" hasCustomPrompt="1"/>
          </p:nvPr>
        </p:nvSpPr>
        <p:spPr>
          <a:xfrm>
            <a:off x="533400" y="1143000"/>
            <a:ext cx="5105400" cy="30480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533400" y="4267200"/>
            <a:ext cx="5105400" cy="12954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endParaRPr lang="en-US" dirty="0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15184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with Copy and 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>
          <a:xfrm>
            <a:off x="635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8735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24" name="Picture Placeholder 19"/>
          <p:cNvSpPr>
            <a:spLocks noGrp="1"/>
          </p:cNvSpPr>
          <p:nvPr>
            <p:ph type="pic" sz="quarter" idx="19" hasCustomPrompt="1"/>
          </p:nvPr>
        </p:nvSpPr>
        <p:spPr>
          <a:xfrm>
            <a:off x="3429000" y="1143000"/>
            <a:ext cx="5105400" cy="30480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3429000" y="4267200"/>
            <a:ext cx="5105400" cy="12954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et, </a:t>
            </a:r>
            <a:endParaRPr lang="en-US" dirty="0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8735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743088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 Righ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 userDrawn="1"/>
        </p:nvSpPr>
        <p:spPr>
          <a:xfrm>
            <a:off x="632460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7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Bar chart: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48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50" name="Picture Placeholder 19"/>
          <p:cNvSpPr>
            <a:spLocks noGrp="1"/>
          </p:cNvSpPr>
          <p:nvPr>
            <p:ph type="pic" sz="quarter" idx="19" hasCustomPrompt="1"/>
          </p:nvPr>
        </p:nvSpPr>
        <p:spPr>
          <a:xfrm>
            <a:off x="533400" y="1295400"/>
            <a:ext cx="3505200" cy="41148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bar chart</a:t>
            </a:r>
          </a:p>
        </p:txBody>
      </p:sp>
      <p:sp>
        <p:nvSpPr>
          <p:cNvPr id="54" name="Text Placehold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4495800" y="2514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1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4267200" y="2974777"/>
            <a:ext cx="152400" cy="15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 userDrawn="1"/>
        </p:nvSpPr>
        <p:spPr>
          <a:xfrm>
            <a:off x="4267200" y="3355777"/>
            <a:ext cx="1524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 userDrawn="1"/>
        </p:nvSpPr>
        <p:spPr>
          <a:xfrm>
            <a:off x="4267200" y="2590800"/>
            <a:ext cx="152400" cy="152400"/>
          </a:xfrm>
          <a:prstGeom prst="rect">
            <a:avLst/>
          </a:prstGeom>
          <a:solidFill>
            <a:srgbClr val="ED1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 userDrawn="1"/>
        </p:nvSpPr>
        <p:spPr>
          <a:xfrm>
            <a:off x="4267200" y="373380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4495800" y="2895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2</a:t>
            </a:r>
          </a:p>
        </p:txBody>
      </p:sp>
      <p:sp>
        <p:nvSpPr>
          <p:cNvPr id="62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4495800" y="3276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3</a:t>
            </a:r>
          </a:p>
        </p:txBody>
      </p:sp>
      <p:sp>
        <p:nvSpPr>
          <p:cNvPr id="64" name="Text Placeholder 13"/>
          <p:cNvSpPr>
            <a:spLocks noGrp="1"/>
          </p:cNvSpPr>
          <p:nvPr>
            <p:ph type="body" sz="quarter" idx="24" hasCustomPrompt="1"/>
          </p:nvPr>
        </p:nvSpPr>
        <p:spPr>
          <a:xfrm>
            <a:off x="4495800" y="3657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Input 4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1385759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 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 userDrawn="1"/>
        </p:nvSpPr>
        <p:spPr>
          <a:xfrm>
            <a:off x="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7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Bar chart: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48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50" name="Picture Placeholder 19"/>
          <p:cNvSpPr>
            <a:spLocks noGrp="1"/>
          </p:cNvSpPr>
          <p:nvPr>
            <p:ph type="pic" sz="quarter" idx="19" hasCustomPrompt="1"/>
          </p:nvPr>
        </p:nvSpPr>
        <p:spPr>
          <a:xfrm>
            <a:off x="3352800" y="1295400"/>
            <a:ext cx="3505200" cy="41148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bar chart</a:t>
            </a:r>
          </a:p>
        </p:txBody>
      </p:sp>
      <p:sp>
        <p:nvSpPr>
          <p:cNvPr id="54" name="Text Placehold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7315200" y="2514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1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7086600" y="2974777"/>
            <a:ext cx="152400" cy="15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 userDrawn="1"/>
        </p:nvSpPr>
        <p:spPr>
          <a:xfrm>
            <a:off x="7086600" y="3355777"/>
            <a:ext cx="1524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 userDrawn="1"/>
        </p:nvSpPr>
        <p:spPr>
          <a:xfrm>
            <a:off x="7086600" y="2590800"/>
            <a:ext cx="152400" cy="152400"/>
          </a:xfrm>
          <a:prstGeom prst="rect">
            <a:avLst/>
          </a:prstGeom>
          <a:solidFill>
            <a:srgbClr val="ED1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 userDrawn="1"/>
        </p:nvSpPr>
        <p:spPr>
          <a:xfrm>
            <a:off x="7086600" y="373380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7315200" y="2895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2</a:t>
            </a:r>
          </a:p>
        </p:txBody>
      </p:sp>
      <p:sp>
        <p:nvSpPr>
          <p:cNvPr id="62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7315200" y="3276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indent="0" algn="l">
              <a:buNone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Input 3</a:t>
            </a:r>
          </a:p>
        </p:txBody>
      </p:sp>
      <p:sp>
        <p:nvSpPr>
          <p:cNvPr id="64" name="Text Placeholder 13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657600"/>
            <a:ext cx="1447800" cy="3048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Input 4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370372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Large Bottom Image and Righ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632460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4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45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1143000"/>
            <a:ext cx="5334000" cy="11430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</p:txBody>
      </p:sp>
      <p:sp>
        <p:nvSpPr>
          <p:cNvPr id="55" name="Picture Placeholder 19"/>
          <p:cNvSpPr>
            <a:spLocks noGrp="1"/>
          </p:cNvSpPr>
          <p:nvPr>
            <p:ph type="pic" sz="quarter" idx="18" hasCustomPrompt="1"/>
          </p:nvPr>
        </p:nvSpPr>
        <p:spPr>
          <a:xfrm>
            <a:off x="533400" y="2286000"/>
            <a:ext cx="5334000" cy="29718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31939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Large Bottom Image and 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4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45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276600" y="1143000"/>
            <a:ext cx="5334000" cy="11430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</p:txBody>
      </p:sp>
      <p:sp>
        <p:nvSpPr>
          <p:cNvPr id="55" name="Picture Placeholder 19"/>
          <p:cNvSpPr>
            <a:spLocks noGrp="1"/>
          </p:cNvSpPr>
          <p:nvPr>
            <p:ph type="pic" sz="quarter" idx="18" hasCustomPrompt="1"/>
          </p:nvPr>
        </p:nvSpPr>
        <p:spPr>
          <a:xfrm>
            <a:off x="3276600" y="2286000"/>
            <a:ext cx="5334000" cy="29718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4259489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py with Righ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6324600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67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68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71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2895600" y="1295400"/>
            <a:ext cx="3124200" cy="1600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73" name="Picture Placeholder 19"/>
          <p:cNvSpPr>
            <a:spLocks noGrp="1"/>
          </p:cNvSpPr>
          <p:nvPr>
            <p:ph type="pic" sz="quarter" idx="18" hasCustomPrompt="1"/>
          </p:nvPr>
        </p:nvSpPr>
        <p:spPr>
          <a:xfrm>
            <a:off x="533400" y="1295400"/>
            <a:ext cx="2057400" cy="16002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75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2895600" y="3505200"/>
            <a:ext cx="3124200" cy="1600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21" hasCustomPrompt="1"/>
          </p:nvPr>
        </p:nvSpPr>
        <p:spPr>
          <a:xfrm>
            <a:off x="533400" y="3505200"/>
            <a:ext cx="2057400" cy="16002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2375130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py with 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-28575" y="685800"/>
            <a:ext cx="2819400" cy="5638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67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5791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68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" y="1066800"/>
            <a:ext cx="2133600" cy="304800"/>
          </a:xfrm>
          <a:prstGeom prst="rect">
            <a:avLst/>
          </a:prstGeom>
          <a:solidFill>
            <a:srgbClr val="41525C"/>
          </a:solidFill>
        </p:spPr>
        <p:txBody>
          <a:bodyPr vert="horz"/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Sidebar title</a:t>
            </a:r>
          </a:p>
        </p:txBody>
      </p:sp>
      <p:sp>
        <p:nvSpPr>
          <p:cNvPr id="71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5562600" y="1295400"/>
            <a:ext cx="3124200" cy="1600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73" name="Picture Placeholder 19"/>
          <p:cNvSpPr>
            <a:spLocks noGrp="1"/>
          </p:cNvSpPr>
          <p:nvPr>
            <p:ph type="pic" sz="quarter" idx="18" hasCustomPrompt="1"/>
          </p:nvPr>
        </p:nvSpPr>
        <p:spPr>
          <a:xfrm>
            <a:off x="3200400" y="1295400"/>
            <a:ext cx="2057400" cy="16002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75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5562600" y="3505200"/>
            <a:ext cx="3124200" cy="1600200"/>
          </a:xfrm>
          <a:prstGeom prst="rect">
            <a:avLst/>
          </a:prstGeom>
          <a:noFill/>
        </p:spPr>
        <p:txBody>
          <a:bodyPr vert="horz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sz="1200" b="1" dirty="0">
                <a:latin typeface="Verdana"/>
                <a:cs typeface="Verdana"/>
              </a:rPr>
              <a:t>Subhead 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Veranda, 12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 bold</a:t>
            </a:r>
          </a:p>
          <a:p>
            <a:endParaRPr lang="en-US" sz="1200" b="1" dirty="0">
              <a:latin typeface="Verdana"/>
              <a:cs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TEXT Verdana 12 </a:t>
            </a:r>
            <a:r>
              <a:rPr lang="en-US" sz="12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pt</a:t>
            </a:r>
            <a:r>
              <a:rPr 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regular</a:t>
            </a:r>
          </a:p>
          <a:p>
            <a:pPr rtl="0"/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Xerum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velectotas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deligente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volupta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reperibus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occum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que molest, qui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aut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laborepro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to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dolorporpore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Verdana"/>
                <a:ea typeface="+mn-ea"/>
                <a:cs typeface="Verdana"/>
              </a:rPr>
              <a:t> et</a:t>
            </a:r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21" hasCustomPrompt="1"/>
          </p:nvPr>
        </p:nvSpPr>
        <p:spPr>
          <a:xfrm>
            <a:off x="3200400" y="3505200"/>
            <a:ext cx="2057400" cy="16002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200" b="1" i="0" baseline="0">
                <a:solidFill>
                  <a:srgbClr val="A6A6A6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Example 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2425" y="1600200"/>
            <a:ext cx="2133600" cy="2667000"/>
          </a:xfrm>
          <a:prstGeom prst="rect">
            <a:avLst/>
          </a:prstGeom>
          <a:noFill/>
        </p:spPr>
        <p:txBody>
          <a:bodyPr vert="horz"/>
          <a:lstStyle>
            <a:lvl1pPr marL="171450" indent="-171450" algn="l">
              <a:buClr>
                <a:srgbClr val="C00000"/>
              </a:buClr>
              <a:buFont typeface="Wingdings" panose="05000000000000000000" pitchFamily="2" charset="2"/>
              <a:buChar char="Ø"/>
              <a:defRPr sz="1200" b="0" i="0" baseline="0">
                <a:solidFill>
                  <a:srgbClr val="41525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Veranda, 12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3041584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52400"/>
            <a:ext cx="7315200" cy="457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1" i="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Header: Veranda, 24 </a:t>
            </a:r>
            <a:r>
              <a:rPr lang="en-US" dirty="0" err="1"/>
              <a:t>pt</a:t>
            </a:r>
            <a:r>
              <a:rPr lang="en-US" dirty="0"/>
              <a:t>, bold</a:t>
            </a:r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11" hasCustomPrompt="1"/>
          </p:nvPr>
        </p:nvSpPr>
        <p:spPr>
          <a:xfrm>
            <a:off x="1981200" y="2438400"/>
            <a:ext cx="5105400" cy="19812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1600" b="1" i="0" baseline="0">
                <a:solidFill>
                  <a:schemeClr val="bg1">
                    <a:lumMod val="65000"/>
                  </a:schemeClr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Product silhouette example</a:t>
            </a:r>
          </a:p>
        </p:txBody>
      </p:sp>
    </p:spTree>
    <p:extLst>
      <p:ext uri="{BB962C8B-B14F-4D97-AF65-F5344CB8AC3E}">
        <p14:creationId xmlns:p14="http://schemas.microsoft.com/office/powerpoint/2010/main" val="1354100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low_texture_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684339"/>
            <a:ext cx="3847766" cy="903173"/>
          </a:xfrm>
          <a:prstGeom prst="rect">
            <a:avLst/>
          </a:prstGeom>
        </p:spPr>
      </p:pic>
      <p:sp>
        <p:nvSpPr>
          <p:cNvPr id="6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2286000" y="4876800"/>
            <a:ext cx="4572000" cy="685800"/>
          </a:xfrm>
          <a:prstGeom prst="rect">
            <a:avLst/>
          </a:prstGeom>
          <a:noFill/>
        </p:spPr>
        <p:txBody>
          <a:bodyPr vert="horz" anchor="ctr"/>
          <a:lstStyle>
            <a:lvl1pPr marL="0" indent="0" algn="ctr">
              <a:buNone/>
              <a:defRPr sz="2000" b="0" i="0" baseline="0">
                <a:solidFill>
                  <a:srgbClr val="41525C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Product page URL</a:t>
            </a:r>
          </a:p>
          <a:p>
            <a:pPr lvl="0"/>
            <a:r>
              <a:rPr lang="en-US" dirty="0"/>
              <a:t>Veranda, 20 </a:t>
            </a:r>
            <a:r>
              <a:rPr lang="en-US" dirty="0" err="1"/>
              <a:t>pt</a:t>
            </a:r>
            <a:r>
              <a:rPr lang="en-US" dirty="0"/>
              <a:t>, regular</a:t>
            </a:r>
          </a:p>
        </p:txBody>
      </p:sp>
    </p:spTree>
    <p:extLst>
      <p:ext uri="{BB962C8B-B14F-4D97-AF65-F5344CB8AC3E}">
        <p14:creationId xmlns:p14="http://schemas.microsoft.com/office/powerpoint/2010/main" val="290166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eader 3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295400"/>
            <a:ext cx="9144000" cy="709353"/>
          </a:xfrm>
          <a:prstGeom prst="rect">
            <a:avLst/>
          </a:prstGeom>
        </p:spPr>
      </p:pic>
      <p:pic>
        <p:nvPicPr>
          <p:cNvPr id="2" name="Picture 1" descr="glow_textur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9144000" cy="4876799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0" y="6324600"/>
            <a:ext cx="9144000" cy="533400"/>
            <a:chOff x="0" y="6324600"/>
            <a:chExt cx="9144000" cy="533400"/>
          </a:xfrm>
        </p:grpSpPr>
        <p:sp>
          <p:nvSpPr>
            <p:cNvPr id="5" name="Rectangle 4"/>
            <p:cNvSpPr/>
            <p:nvPr/>
          </p:nvSpPr>
          <p:spPr>
            <a:xfrm>
              <a:off x="0" y="6324600"/>
              <a:ext cx="9144000" cy="533400"/>
            </a:xfrm>
            <a:prstGeom prst="rect">
              <a:avLst/>
            </a:prstGeom>
            <a:solidFill>
              <a:srgbClr val="41525C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0" y="6324600"/>
              <a:ext cx="9144000" cy="0"/>
            </a:xfrm>
            <a:prstGeom prst="line">
              <a:avLst/>
            </a:prstGeom>
            <a:ln>
              <a:solidFill>
                <a:srgbClr val="4152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13"/>
          <p:cNvSpPr txBox="1">
            <a:spLocks/>
          </p:cNvSpPr>
          <p:nvPr userDrawn="1"/>
        </p:nvSpPr>
        <p:spPr>
          <a:xfrm>
            <a:off x="2362200" y="6427403"/>
            <a:ext cx="4419600" cy="381000"/>
          </a:xfrm>
          <a:prstGeom prst="rect">
            <a:avLst/>
          </a:prstGeom>
        </p:spPr>
        <p:txBody>
          <a:bodyPr vert="horz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COMPANY CONFIDENTIAL – HIGHLY SENSITIVE</a:t>
            </a:r>
          </a:p>
        </p:txBody>
      </p:sp>
      <p:pic>
        <p:nvPicPr>
          <p:cNvPr id="7" name="Picture 6" descr="Manitowoc®_Corpora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04800"/>
            <a:ext cx="2597063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0" y="6324600"/>
            <a:ext cx="9144000" cy="533400"/>
            <a:chOff x="0" y="6324600"/>
            <a:chExt cx="9144000" cy="533400"/>
          </a:xfrm>
        </p:grpSpPr>
        <p:sp>
          <p:nvSpPr>
            <p:cNvPr id="12" name="Rectangle 11"/>
            <p:cNvSpPr/>
            <p:nvPr/>
          </p:nvSpPr>
          <p:spPr>
            <a:xfrm>
              <a:off x="0" y="6324600"/>
              <a:ext cx="9144000" cy="533400"/>
            </a:xfrm>
            <a:prstGeom prst="rect">
              <a:avLst/>
            </a:prstGeom>
            <a:solidFill>
              <a:srgbClr val="41525C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0" y="6324600"/>
              <a:ext cx="9144000" cy="0"/>
            </a:xfrm>
            <a:prstGeom prst="line">
              <a:avLst/>
            </a:prstGeom>
            <a:ln>
              <a:solidFill>
                <a:srgbClr val="4152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Header 3.jpg"/>
          <p:cNvPicPr>
            <a:picLocks noChangeAspect="1"/>
          </p:cNvPicPr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0" y="0"/>
            <a:ext cx="9144000" cy="709353"/>
          </a:xfrm>
          <a:prstGeom prst="rect">
            <a:avLst/>
          </a:prstGeom>
        </p:spPr>
      </p:pic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2362200" y="6422455"/>
            <a:ext cx="4419600" cy="381000"/>
          </a:xfrm>
          <a:prstGeom prst="rect">
            <a:avLst/>
          </a:prstGeom>
        </p:spPr>
        <p:txBody>
          <a:bodyPr vert="horz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COMPANY CONFIDENTIAL – HIGHLY SENSITIVE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506692" y="6477000"/>
            <a:ext cx="637308" cy="296293"/>
          </a:xfrm>
          <a:prstGeom prst="rect">
            <a:avLst/>
          </a:prstGeom>
        </p:spPr>
        <p:txBody>
          <a:bodyPr vert="horz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92" y="6442324"/>
            <a:ext cx="1295400" cy="304064"/>
          </a:xfrm>
          <a:prstGeom prst="rect">
            <a:avLst/>
          </a:prstGeom>
        </p:spPr>
      </p:pic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506692" y="6481253"/>
            <a:ext cx="637308" cy="296293"/>
          </a:xfrm>
          <a:prstGeom prst="rect">
            <a:avLst/>
          </a:prstGeom>
        </p:spPr>
        <p:txBody>
          <a:bodyPr vert="horz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1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FCF606C-527F-4FC3-AD8D-BEEC4E8C1563}" type="slidenum">
              <a:rPr lang="en-US" smtClean="0"/>
              <a:pPr algn="r"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88" r:id="rId4"/>
    <p:sldLayoutId id="2147483689" r:id="rId5"/>
    <p:sldLayoutId id="2147483674" r:id="rId6"/>
    <p:sldLayoutId id="2147483661" r:id="rId7"/>
    <p:sldLayoutId id="2147483695" r:id="rId8"/>
    <p:sldLayoutId id="2147483665" r:id="rId9"/>
    <p:sldLayoutId id="2147483696" r:id="rId10"/>
    <p:sldLayoutId id="2147483667" r:id="rId11"/>
    <p:sldLayoutId id="2147483697" r:id="rId12"/>
    <p:sldLayoutId id="2147483663" r:id="rId13"/>
    <p:sldLayoutId id="2147483698" r:id="rId14"/>
    <p:sldLayoutId id="2147483664" r:id="rId15"/>
    <p:sldLayoutId id="2147483699" r:id="rId16"/>
    <p:sldLayoutId id="2147483666" r:id="rId17"/>
    <p:sldLayoutId id="2147483669" r:id="rId1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CAD Document </a:t>
            </a:r>
            <a:r>
              <a:rPr lang="en-US" dirty="0" err="1"/>
              <a:t>AutoColor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02653F-D9B5-349D-E733-D9C552DE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54" y="2133600"/>
            <a:ext cx="7083291" cy="398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6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Généralités			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6705600" cy="3714688"/>
          </a:xfrm>
        </p:spPr>
        <p:txBody>
          <a:bodyPr/>
          <a:lstStyle/>
          <a:p>
            <a:r>
              <a:rPr lang="fr-FR" dirty="0">
                <a:sym typeface="Wingdings" panose="05000000000000000000" pitchFamily="2" charset="2"/>
              </a:rPr>
              <a:t>L’outil permet d’assigner une couleur différente aux pièces primaires d’un assemblage en fonction de la matière, le PTC_COMMON_NAME ou pièce par pièce.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Les couleurs déjà assignées à l’assemblage et l’ensemble des pièces primaires seront remisent zéro et les nouvelles couleurs seront assignées.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Il sera possible d’exporter la liste des pièces primaires dans un fichier Excel.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928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Etapes						1/4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6705600" cy="3714688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Ouvrir un assemblage dans CREO, dans la fenêtre active.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Lancer la recherche des pièces primaire </a:t>
            </a:r>
            <a:r>
              <a:rPr lang="fr-FR" dirty="0">
                <a:sym typeface="Wingdings" panose="05000000000000000000" pitchFamily="2" charset="2"/>
              </a:rPr>
              <a:t> Par défaut, une couleur différente sera assignée à chaque matière, PTC_COMMON_NAME et pièce.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B37A9B1-64D3-F510-DB82-B127F279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791132"/>
            <a:ext cx="6433897" cy="361906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ADB03E-30BA-B4B3-2DA5-0BE18B474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244" y="3248324"/>
            <a:ext cx="2610062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D2BBD38-53BB-9DF1-8A75-96CF2F35A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878" y="3657600"/>
            <a:ext cx="3166722" cy="251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64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Etapes						2/4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9530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Cocher « Afficher pièces » permet d’afficher la liste des pièces primaires avec la matière sélectionnée ou le PTC_COMMON_NAME sélectionné.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Un double clic sur la couleur permet de la modifier </a:t>
            </a:r>
          </a:p>
          <a:p>
            <a:r>
              <a:rPr lang="fr-FR" dirty="0">
                <a:sym typeface="Wingdings" panose="05000000000000000000" pitchFamily="2" charset="2"/>
              </a:rPr>
              <a:t>	 sélectionner une nouvelle dans la pile.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E5EB0B-3A79-A5AB-7D2C-DCBC7BA41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24000"/>
            <a:ext cx="3592092" cy="2895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6CA5CB8-CC95-4384-F1BD-6F2D9FE66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651" y="3962400"/>
            <a:ext cx="2276190" cy="2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8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Etapes						3/4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7244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« Supprimer les apparences » permet de repasser toutes les pièces primaires de l’assemblage avec la couleur grise de base.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FF87A4-4170-DFDB-7882-5AB08ACAA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752600"/>
            <a:ext cx="7774365" cy="25146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538981D-D82F-B34A-9E90-4092BE603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56" y="3967162"/>
            <a:ext cx="3781425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778CF9C-9122-1467-A666-49445BB56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294" y="4415038"/>
            <a:ext cx="4248830" cy="1833362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E6139C9-F145-AA92-E5C6-F925EFC466B0}"/>
              </a:ext>
            </a:extLst>
          </p:cNvPr>
          <p:cNvCxnSpPr>
            <a:cxnSpLocks/>
          </p:cNvCxnSpPr>
          <p:nvPr/>
        </p:nvCxnSpPr>
        <p:spPr>
          <a:xfrm flipH="1">
            <a:off x="3554794" y="2890838"/>
            <a:ext cx="3455606" cy="2250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221AADE-9D29-E2F2-3F38-554B272C6714}"/>
              </a:ext>
            </a:extLst>
          </p:cNvPr>
          <p:cNvCxnSpPr>
            <a:cxnSpLocks/>
          </p:cNvCxnSpPr>
          <p:nvPr/>
        </p:nvCxnSpPr>
        <p:spPr>
          <a:xfrm>
            <a:off x="3592894" y="5288856"/>
            <a:ext cx="2045906" cy="235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6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Etapes						4/4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7244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Sélectionner les lignes à coloriser et lancer la colorisation: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36395B2-3667-6F98-A5FF-24DC3414A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3742857" cy="300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8F2F683-5FE9-578B-1BC1-B154B3476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99" y="3394434"/>
            <a:ext cx="5662449" cy="2396765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E80AE7A-2147-BB6B-04A1-D28B3D84E1CF}"/>
              </a:ext>
            </a:extLst>
          </p:cNvPr>
          <p:cNvCxnSpPr>
            <a:cxnSpLocks/>
          </p:cNvCxnSpPr>
          <p:nvPr/>
        </p:nvCxnSpPr>
        <p:spPr>
          <a:xfrm>
            <a:off x="3352800" y="2819400"/>
            <a:ext cx="2362200" cy="1219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53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Outils						1/3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7244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L’icône de pinceau permet d’assigner la même couleur à plusieurs lignes: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CFF220-0D50-8CD1-9733-E3D5DE11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9" y="1524000"/>
            <a:ext cx="4638095" cy="314285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6BF2C9C-78FD-8C3D-DC00-14C4A683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85" y="2819400"/>
            <a:ext cx="340995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E80AE7A-2147-BB6B-04A1-D28B3D84E1CF}"/>
              </a:ext>
            </a:extLst>
          </p:cNvPr>
          <p:cNvCxnSpPr>
            <a:cxnSpLocks/>
          </p:cNvCxnSpPr>
          <p:nvPr/>
        </p:nvCxnSpPr>
        <p:spPr>
          <a:xfrm>
            <a:off x="4800600" y="2324100"/>
            <a:ext cx="2057400" cy="15333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82750893-9FAC-A52E-5C75-0638BC123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059" y="3743419"/>
            <a:ext cx="2255081" cy="2452495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905DB2B-4244-B482-893A-C3434F3D5DB1}"/>
              </a:ext>
            </a:extLst>
          </p:cNvPr>
          <p:cNvCxnSpPr>
            <a:cxnSpLocks/>
          </p:cNvCxnSpPr>
          <p:nvPr/>
        </p:nvCxnSpPr>
        <p:spPr>
          <a:xfrm flipH="1">
            <a:off x="5302685" y="4114800"/>
            <a:ext cx="1486766" cy="10473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08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Outils						2/3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7244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L’icône de palette permet de sélectionner une autre palette de couleur: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AD0435D-F7F5-52E5-C0A7-89D5D8AB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47800"/>
            <a:ext cx="2123810" cy="3133333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F8DDC3D-FFB8-E3CF-9358-941801430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3276600"/>
            <a:ext cx="379095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E80AE7A-2147-BB6B-04A1-D28B3D84E1CF}"/>
              </a:ext>
            </a:extLst>
          </p:cNvPr>
          <p:cNvCxnSpPr>
            <a:cxnSpLocks/>
          </p:cNvCxnSpPr>
          <p:nvPr/>
        </p:nvCxnSpPr>
        <p:spPr>
          <a:xfrm>
            <a:off x="2057400" y="3014466"/>
            <a:ext cx="3743592" cy="14051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96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152400"/>
            <a:ext cx="7543800" cy="457200"/>
          </a:xfrm>
        </p:spPr>
        <p:txBody>
          <a:bodyPr/>
          <a:lstStyle/>
          <a:p>
            <a:r>
              <a:rPr lang="fr-FR" altLang="fr-FR" dirty="0"/>
              <a:t>Outils						3/3</a:t>
            </a:r>
            <a:endParaRPr lang="en-US" dirty="0"/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2B317100-8972-4005-88C4-086877A57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066800"/>
            <a:ext cx="7543800" cy="47244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dirty="0"/>
              <a:t>« Exporter Liste » permet d’exporter les listes de pièces au format Excel: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5DA0C1-F5DE-1208-F7FC-78A126BF3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4" y="1524000"/>
            <a:ext cx="2409524" cy="13333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9BB84CE-07A5-B9E4-6621-393F84272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345" y="2495562"/>
            <a:ext cx="2857143" cy="1142857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E80AE7A-2147-BB6B-04A1-D28B3D84E1CF}"/>
              </a:ext>
            </a:extLst>
          </p:cNvPr>
          <p:cNvCxnSpPr>
            <a:cxnSpLocks/>
          </p:cNvCxnSpPr>
          <p:nvPr/>
        </p:nvCxnSpPr>
        <p:spPr>
          <a:xfrm>
            <a:off x="2376175" y="2383604"/>
            <a:ext cx="824225" cy="7025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E1FABE61-341D-BCE7-88DD-0D8B1FAA6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968" y="2502632"/>
            <a:ext cx="3261228" cy="3756290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A730EE9-73F8-3634-E4D2-0B04F0343861}"/>
              </a:ext>
            </a:extLst>
          </p:cNvPr>
          <p:cNvCxnSpPr>
            <a:cxnSpLocks/>
          </p:cNvCxnSpPr>
          <p:nvPr/>
        </p:nvCxnSpPr>
        <p:spPr>
          <a:xfrm>
            <a:off x="3657600" y="3520997"/>
            <a:ext cx="1828800" cy="517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18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5008"/>
      </p:ext>
    </p:extLst>
  </p:cSld>
  <p:clrMapOvr>
    <a:masterClrMapping/>
  </p:clrMapOvr>
</p:sld>
</file>

<file path=ppt/theme/theme1.xml><?xml version="1.0" encoding="utf-8"?>
<a:theme xmlns:a="http://schemas.openxmlformats.org/drawingml/2006/main" name="1_1 - Manitowoc Marketing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 - Manitowoc Marketing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Status xmlns="http://schemas.microsoft.com/sharepoint/v3/fields">Non commencé</_Status>
    <_dlc_DocId xmlns="95814d84-929c-4972-b708-ac1b21d7f368">AFZR5AWZNVH7-1641516781-272</_dlc_DocId>
    <_dlc_DocIdUrl xmlns="95814d84-929c-4972-b708-ac1b21d7f368">
      <Url>https://manitowoc.sharepoint.com/sites/TW_EMEA_ENG_ENGSERVICES/_layouts/15/DocIdRedir.aspx?ID=AFZR5AWZNVH7-1641516781-272</Url>
      <Description>AFZR5AWZNVH7-1641516781-272</Description>
    </_dlc_DocIdUrl>
    <Lang xmlns="95814d84-929c-4972-b708-ac1b21d7f368">FR</Lang>
    <DocDate xmlns="95814d84-929c-4972-b708-ac1b21d7f368" xsi:nil="true"/>
    <Application xmlns="95814d84-929c-4972-b708-ac1b21d7f368" xsi:nil="true"/>
    <Doc_Status xmlns="95814d84-929c-4972-b708-ac1b21d7f368">
      <Value>3</Value>
    </Doc_Status>
    <Applis xmlns="95814d84-929c-4972-b708-ac1b21d7f368">CREO</Applis>
    <_ip_UnifiedCompliancePolicyUIAction xmlns="http://schemas.microsoft.com/sharepoint/v3" xsi:nil="true"/>
    <TaxCatchAll xmlns="95814d84-929c-4972-b708-ac1b21d7f368" xsi:nil="true"/>
    <_ip_UnifiedCompliancePolicyProperties xmlns="http://schemas.microsoft.com/sharepoint/v3" xsi:nil="true"/>
    <lcf76f155ced4ddcb4097134ff3c332f xmlns="550b89cc-3a4a-4f71-a4b6-18560ec462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10B0F6E16F04B9CD7D9315356EFEC" ma:contentTypeVersion="35" ma:contentTypeDescription="Create a new document." ma:contentTypeScope="" ma:versionID="06e8f3441c678c90574004228e1218a3">
  <xsd:schema xmlns:xsd="http://www.w3.org/2001/XMLSchema" xmlns:xs="http://www.w3.org/2001/XMLSchema" xmlns:p="http://schemas.microsoft.com/office/2006/metadata/properties" xmlns:ns1="http://schemas.microsoft.com/sharepoint/v3" xmlns:ns2="95814d84-929c-4972-b708-ac1b21d7f368" xmlns:ns3="550b89cc-3a4a-4f71-a4b6-18560ec4622c" xmlns:ns4="http://schemas.microsoft.com/sharepoint/v3/fields" targetNamespace="http://schemas.microsoft.com/office/2006/metadata/properties" ma:root="true" ma:fieldsID="a10a0c005bae80ce3f446986a8025ece" ns1:_="" ns2:_="" ns3:_="" ns4:_="">
    <xsd:import namespace="http://schemas.microsoft.com/sharepoint/v3"/>
    <xsd:import namespace="95814d84-929c-4972-b708-ac1b21d7f368"/>
    <xsd:import namespace="550b89cc-3a4a-4f71-a4b6-18560ec4622c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Application" minOccurs="0"/>
                <xsd:element ref="ns2:Lang" minOccurs="0"/>
                <xsd:element ref="ns2:DocDate" minOccurs="0"/>
                <xsd:element ref="ns4:_Status" minOccurs="0"/>
                <xsd:element ref="ns2:Doc_Status" minOccurs="0"/>
                <xsd:element ref="ns2:Appli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814d84-929c-4972-b708-ac1b21d7f368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pplication" ma:index="9" nillable="true" ma:displayName="Application" ma:list="{83bd7474-511b-4a07-8fb9-9499708d9a48}" ma:internalName="Application" ma:readOnly="false" ma:showField="Title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ng" ma:index="10" nillable="true" ma:displayName="Lang" ma:default="EN" ma:format="Dropdown" ma:internalName="Lang" ma:readOnly="false">
      <xsd:simpleType>
        <xsd:restriction base="dms:Choice">
          <xsd:enumeration value="EN"/>
          <xsd:enumeration value="FR"/>
        </xsd:restriction>
      </xsd:simpleType>
    </xsd:element>
    <xsd:element name="DocDate" ma:index="11" nillable="true" ma:displayName="DocDate" ma:format="DateOnly" ma:internalName="DocDate" ma:readOnly="false">
      <xsd:simpleType>
        <xsd:restriction base="dms:DateTime"/>
      </xsd:simpleType>
    </xsd:element>
    <xsd:element name="Doc_Status" ma:index="13" nillable="true" ma:displayName="Doc_Status" ma:list="{e1925a2e-7eb9-4f71-ab12-62ff6429e2a8}" ma:internalName="Doc_Status" ma:readOnly="false" ma:showField="Title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pplis" ma:index="14" nillable="true" ma:displayName="Applis" ma:format="RadioButtons" ma:internalName="Applis" ma:readOnly="false">
      <xsd:simpleType>
        <xsd:union memberTypes="dms:Text">
          <xsd:simpleType>
            <xsd:restriction base="dms:Choice">
              <xsd:enumeration value="ANSYS"/>
              <xsd:enumeration value="CETIM COBRA"/>
              <xsd:enumeration value="CREO"/>
              <xsd:enumeration value="CREO TOOLS"/>
              <xsd:enumeration value="CREO VIEW"/>
              <xsd:enumeration value="DATA ENTRY TOOLS"/>
              <xsd:enumeration value="ENG TIME"/>
              <xsd:enumeration value="GESTION ESSAIS"/>
              <xsd:enumeration value="ISODRAW"/>
              <xsd:enumeration value="QUALIOS"/>
              <xsd:enumeration value="SAP"/>
              <xsd:enumeration value="SHAREPOINT"/>
              <xsd:enumeration value="VISUALIZATION TOOL"/>
              <xsd:enumeration value="WEBTERM"/>
              <xsd:enumeration value="WINDCHILL"/>
            </xsd:restriction>
          </xsd:simpleType>
        </xsd:union>
      </xsd:simpleType>
    </xsd:element>
    <xsd:element name="TaxCatchAll" ma:index="22" nillable="true" ma:displayName="Taxonomy Catch All Column" ma:hidden="true" ma:list="{52ffbb56-77dc-450e-99b9-9aae16562a26}" ma:internalName="TaxCatchAll" ma:showField="CatchAllData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b89cc-3a4a-4f71-a4b6-18560ec462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53bfb56-7eee-4918-bc74-a025f2d648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12" nillable="true" ma:displayName="Status" ma:default="Not Started" ma:format="Dropdown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5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7EFF7A-F021-4371-A243-403FDA392B5C}">
  <ds:schemaRefs>
    <ds:schemaRef ds:uri="http://schemas.microsoft.com/sharepoint/v3/fields"/>
    <ds:schemaRef ds:uri="550b89cc-3a4a-4f71-a4b6-18560ec4622c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95814d84-929c-4972-b708-ac1b21d7f368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8801D52-90E8-428C-B07C-74E85AB2B5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974E16-06C0-4D2D-9B64-773504AB039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3FF2702-2F6D-4E0A-8010-80006FA52CE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</TotalTime>
  <Words>277</Words>
  <Application>Microsoft Office PowerPoint</Application>
  <PresentationFormat>Affichage à l'écran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Verdana</vt:lpstr>
      <vt:lpstr>Wingdings</vt:lpstr>
      <vt:lpstr>1_1 - Manitowoc Marketing Template</vt:lpstr>
      <vt:lpstr>1 - Manitowoc Marketing Template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The Manitowoc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CL54590</dc:creator>
  <cp:lastModifiedBy>Champier, Thierry</cp:lastModifiedBy>
  <cp:revision>402</cp:revision>
  <dcterms:created xsi:type="dcterms:W3CDTF">2014-09-26T14:42:31Z</dcterms:created>
  <dcterms:modified xsi:type="dcterms:W3CDTF">2023-03-01T12:39:49Z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0x01010082510B0F6E16F04B9CD7D9315356EFEC</vt:lpwstr>
  </property>
  <property fmtid="{D5CDD505-2E9C-101B-9397-08002B2CF9AE}" pid="3" name="_dlc_DocIdItemGuid">
    <vt:lpwstr>c2c5d7ac-bfdd-4732-bc0f-bee290d65624</vt:lpwstr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